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9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684AB6-E957-4195-8C4B-346BAB24E7CF}" v="1" dt="2025-12-15T14:32:43.7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948" y="36"/>
      </p:cViewPr>
      <p:guideLst/>
    </p:cSldViewPr>
  </p:slideViewPr>
  <p:notesTextViewPr>
    <p:cViewPr>
      <p:scale>
        <a:sx n="1" d="1"/>
        <a:sy n="1" d="1"/>
      </p:scale>
      <p:origin x="0" y="-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 manh" userId="e3626f0189481a11" providerId="LiveId" clId="{D39BFD90-25B8-4D92-BE50-0F271DA6CA26}"/>
    <pc:docChg chg="undo custSel addSld modSld">
      <pc:chgData name="luc manh" userId="e3626f0189481a11" providerId="LiveId" clId="{D39BFD90-25B8-4D92-BE50-0F271DA6CA26}" dt="2025-12-15T14:34:33.475" v="342" actId="20577"/>
      <pc:docMkLst>
        <pc:docMk/>
      </pc:docMkLst>
      <pc:sldChg chg="addSp delSp modSp mod setClrOvrMap">
        <pc:chgData name="luc manh" userId="e3626f0189481a11" providerId="LiveId" clId="{D39BFD90-25B8-4D92-BE50-0F271DA6CA26}" dt="2025-12-15T14:32:10.712" v="23" actId="26606"/>
        <pc:sldMkLst>
          <pc:docMk/>
          <pc:sldMk cId="4053562662" sldId="256"/>
        </pc:sldMkLst>
        <pc:spChg chg="mod ord">
          <ac:chgData name="luc manh" userId="e3626f0189481a11" providerId="LiveId" clId="{D39BFD90-25B8-4D92-BE50-0F271DA6CA26}" dt="2025-12-15T14:32:10.712" v="23" actId="26606"/>
          <ac:spMkLst>
            <pc:docMk/>
            <pc:sldMk cId="4053562662" sldId="256"/>
            <ac:spMk id="2" creationId="{ACFC1883-726F-791A-F357-8A3FC2FF82EF}"/>
          </ac:spMkLst>
        </pc:spChg>
        <pc:spChg chg="mod">
          <ac:chgData name="luc manh" userId="e3626f0189481a11" providerId="LiveId" clId="{D39BFD90-25B8-4D92-BE50-0F271DA6CA26}" dt="2025-12-15T14:32:10.712" v="23" actId="26606"/>
          <ac:spMkLst>
            <pc:docMk/>
            <pc:sldMk cId="4053562662" sldId="256"/>
            <ac:spMk id="3" creationId="{F2D69814-B0E0-21C2-EF4E-415A37449492}"/>
          </ac:spMkLst>
        </pc:spChg>
        <pc:spChg chg="add del">
          <ac:chgData name="luc manh" userId="e3626f0189481a11" providerId="LiveId" clId="{D39BFD90-25B8-4D92-BE50-0F271DA6CA26}" dt="2025-12-15T14:31:48.638" v="20" actId="26606"/>
          <ac:spMkLst>
            <pc:docMk/>
            <pc:sldMk cId="4053562662" sldId="256"/>
            <ac:spMk id="71" creationId="{774A975B-A886-5202-0489-6965514A0D14}"/>
          </ac:spMkLst>
        </pc:spChg>
        <pc:spChg chg="add del">
          <ac:chgData name="luc manh" userId="e3626f0189481a11" providerId="LiveId" clId="{D39BFD90-25B8-4D92-BE50-0F271DA6CA26}" dt="2025-12-15T14:31:48.638" v="20" actId="26606"/>
          <ac:spMkLst>
            <pc:docMk/>
            <pc:sldMk cId="4053562662" sldId="256"/>
            <ac:spMk id="72" creationId="{9E10BDB4-64F2-477D-A03B-9F8352D5E02E}"/>
          </ac:spMkLst>
        </pc:spChg>
        <pc:spChg chg="add del">
          <ac:chgData name="luc manh" userId="e3626f0189481a11" providerId="LiveId" clId="{D39BFD90-25B8-4D92-BE50-0F271DA6CA26}" dt="2025-12-15T14:31:48.638" v="20" actId="26606"/>
          <ac:spMkLst>
            <pc:docMk/>
            <pc:sldMk cId="4053562662" sldId="256"/>
            <ac:spMk id="73" creationId="{887F59F2-5FBC-40CD-AD35-376AECE49EA6}"/>
          </ac:spMkLst>
        </pc:spChg>
        <pc:spChg chg="add del">
          <ac:chgData name="luc manh" userId="e3626f0189481a11" providerId="LiveId" clId="{D39BFD90-25B8-4D92-BE50-0F271DA6CA26}" dt="2025-12-15T14:31:48.629" v="19" actId="26606"/>
          <ac:spMkLst>
            <pc:docMk/>
            <pc:sldMk cId="4053562662" sldId="256"/>
            <ac:spMk id="78" creationId="{774A975B-A886-5202-0489-6965514A0D14}"/>
          </ac:spMkLst>
        </pc:spChg>
        <pc:spChg chg="add del">
          <ac:chgData name="luc manh" userId="e3626f0189481a11" providerId="LiveId" clId="{D39BFD90-25B8-4D92-BE50-0F271DA6CA26}" dt="2025-12-15T14:31:48.629" v="19" actId="26606"/>
          <ac:spMkLst>
            <pc:docMk/>
            <pc:sldMk cId="4053562662" sldId="256"/>
            <ac:spMk id="80" creationId="{9E10BDB4-64F2-477D-A03B-9F8352D5E02E}"/>
          </ac:spMkLst>
        </pc:spChg>
        <pc:spChg chg="add del">
          <ac:chgData name="luc manh" userId="e3626f0189481a11" providerId="LiveId" clId="{D39BFD90-25B8-4D92-BE50-0F271DA6CA26}" dt="2025-12-15T14:31:48.629" v="19" actId="26606"/>
          <ac:spMkLst>
            <pc:docMk/>
            <pc:sldMk cId="4053562662" sldId="256"/>
            <ac:spMk id="82" creationId="{887F59F2-5FBC-40CD-AD35-376AECE49EA6}"/>
          </ac:spMkLst>
        </pc:spChg>
        <pc:spChg chg="add del">
          <ac:chgData name="luc manh" userId="e3626f0189481a11" providerId="LiveId" clId="{D39BFD90-25B8-4D92-BE50-0F271DA6CA26}" dt="2025-12-15T14:31:48.629" v="19" actId="26606"/>
          <ac:spMkLst>
            <pc:docMk/>
            <pc:sldMk cId="4053562662" sldId="256"/>
            <ac:spMk id="84" creationId="{7271C494-8107-3D61-D611-4FBC7C22A2B8}"/>
          </ac:spMkLst>
        </pc:spChg>
        <pc:spChg chg="add del">
          <ac:chgData name="luc manh" userId="e3626f0189481a11" providerId="LiveId" clId="{D39BFD90-25B8-4D92-BE50-0F271DA6CA26}" dt="2025-12-15T14:32:10.712" v="23" actId="26606"/>
          <ac:spMkLst>
            <pc:docMk/>
            <pc:sldMk cId="4053562662" sldId="256"/>
            <ac:spMk id="86" creationId="{774A975B-A886-5202-0489-6965514A0D14}"/>
          </ac:spMkLst>
        </pc:spChg>
        <pc:spChg chg="add del">
          <ac:chgData name="luc manh" userId="e3626f0189481a11" providerId="LiveId" clId="{D39BFD90-25B8-4D92-BE50-0F271DA6CA26}" dt="2025-12-15T14:32:10.712" v="23" actId="26606"/>
          <ac:spMkLst>
            <pc:docMk/>
            <pc:sldMk cId="4053562662" sldId="256"/>
            <ac:spMk id="87" creationId="{4065D9BE-A58D-6E8A-D4A2-5056F3C5E9CA}"/>
          </ac:spMkLst>
        </pc:spChg>
        <pc:spChg chg="add del">
          <ac:chgData name="luc manh" userId="e3626f0189481a11" providerId="LiveId" clId="{D39BFD90-25B8-4D92-BE50-0F271DA6CA26}" dt="2025-12-15T14:32:10.712" v="23" actId="26606"/>
          <ac:spMkLst>
            <pc:docMk/>
            <pc:sldMk cId="4053562662" sldId="256"/>
            <ac:spMk id="88" creationId="{A745E793-BC99-8991-71CD-53FFBB6A8F69}"/>
          </ac:spMkLst>
        </pc:spChg>
        <pc:spChg chg="add">
          <ac:chgData name="luc manh" userId="e3626f0189481a11" providerId="LiveId" clId="{D39BFD90-25B8-4D92-BE50-0F271DA6CA26}" dt="2025-12-15T14:32:10.712" v="23" actId="26606"/>
          <ac:spMkLst>
            <pc:docMk/>
            <pc:sldMk cId="4053562662" sldId="256"/>
            <ac:spMk id="93" creationId="{E20BB609-EF92-42DB-836C-0699A590B5CF}"/>
          </ac:spMkLst>
        </pc:spChg>
        <pc:spChg chg="add">
          <ac:chgData name="luc manh" userId="e3626f0189481a11" providerId="LiveId" clId="{D39BFD90-25B8-4D92-BE50-0F271DA6CA26}" dt="2025-12-15T14:32:10.712" v="23" actId="26606"/>
          <ac:spMkLst>
            <pc:docMk/>
            <pc:sldMk cId="4053562662" sldId="256"/>
            <ac:spMk id="95" creationId="{7508F7DC-CA28-4ACE-AF79-D7E98ED1BFA3}"/>
          </ac:spMkLst>
        </pc:spChg>
        <pc:spChg chg="add">
          <ac:chgData name="luc manh" userId="e3626f0189481a11" providerId="LiveId" clId="{D39BFD90-25B8-4D92-BE50-0F271DA6CA26}" dt="2025-12-15T14:32:10.712" v="23" actId="26606"/>
          <ac:spMkLst>
            <pc:docMk/>
            <pc:sldMk cId="4053562662" sldId="256"/>
            <ac:spMk id="97" creationId="{9AB20218-A500-457C-B65C-F3D198B1F717}"/>
          </ac:spMkLst>
        </pc:spChg>
        <pc:spChg chg="add">
          <ac:chgData name="luc manh" userId="e3626f0189481a11" providerId="LiveId" clId="{D39BFD90-25B8-4D92-BE50-0F271DA6CA26}" dt="2025-12-15T14:32:10.712" v="23" actId="26606"/>
          <ac:spMkLst>
            <pc:docMk/>
            <pc:sldMk cId="4053562662" sldId="256"/>
            <ac:spMk id="99" creationId="{B2C335F7-F61C-4EB4-80F2-4B1438FE66BB}"/>
          </ac:spMkLst>
        </pc:spChg>
        <pc:picChg chg="mod">
          <ac:chgData name="luc manh" userId="e3626f0189481a11" providerId="LiveId" clId="{D39BFD90-25B8-4D92-BE50-0F271DA6CA26}" dt="2025-12-15T14:32:10.712" v="23" actId="26606"/>
          <ac:picMkLst>
            <pc:docMk/>
            <pc:sldMk cId="4053562662" sldId="256"/>
            <ac:picMk id="4" creationId="{43394E40-F87E-6831-6088-25C82F2664BD}"/>
          </ac:picMkLst>
        </pc:picChg>
      </pc:sldChg>
      <pc:sldChg chg="addSp delSp modSp new mod setBg">
        <pc:chgData name="luc manh" userId="e3626f0189481a11" providerId="LiveId" clId="{D39BFD90-25B8-4D92-BE50-0F271DA6CA26}" dt="2025-12-15T14:34:33.475" v="342" actId="20577"/>
        <pc:sldMkLst>
          <pc:docMk/>
          <pc:sldMk cId="974090348" sldId="270"/>
        </pc:sldMkLst>
        <pc:spChg chg="mod">
          <ac:chgData name="luc manh" userId="e3626f0189481a11" providerId="LiveId" clId="{D39BFD90-25B8-4D92-BE50-0F271DA6CA26}" dt="2025-12-15T14:32:52.728" v="109" actId="26606"/>
          <ac:spMkLst>
            <pc:docMk/>
            <pc:sldMk cId="974090348" sldId="270"/>
            <ac:spMk id="2" creationId="{E96D3D45-B236-076D-6606-057CD4B43642}"/>
          </ac:spMkLst>
        </pc:spChg>
        <pc:spChg chg="del">
          <ac:chgData name="luc manh" userId="e3626f0189481a11" providerId="LiveId" clId="{D39BFD90-25B8-4D92-BE50-0F271DA6CA26}" dt="2025-12-15T14:32:43.711" v="108"/>
          <ac:spMkLst>
            <pc:docMk/>
            <pc:sldMk cId="974090348" sldId="270"/>
            <ac:spMk id="3" creationId="{B7C2D1DF-FE8B-B1C6-A36E-12B2B0D30E5D}"/>
          </ac:spMkLst>
        </pc:spChg>
        <pc:spChg chg="add del">
          <ac:chgData name="luc manh" userId="e3626f0189481a11" providerId="LiveId" clId="{D39BFD90-25B8-4D92-BE50-0F271DA6CA26}" dt="2025-12-15T14:34:26.855" v="336" actId="26606"/>
          <ac:spMkLst>
            <pc:docMk/>
            <pc:sldMk cId="974090348" sldId="270"/>
            <ac:spMk id="9" creationId="{774A975B-A886-5202-0489-6965514A0D14}"/>
          </ac:spMkLst>
        </pc:spChg>
        <pc:spChg chg="add del">
          <ac:chgData name="luc manh" userId="e3626f0189481a11" providerId="LiveId" clId="{D39BFD90-25B8-4D92-BE50-0F271DA6CA26}" dt="2025-12-15T14:34:26.855" v="336" actId="26606"/>
          <ac:spMkLst>
            <pc:docMk/>
            <pc:sldMk cId="974090348" sldId="270"/>
            <ac:spMk id="11" creationId="{EA67E988-5919-57BB-C7DE-D3EAD38A3045}"/>
          </ac:spMkLst>
        </pc:spChg>
        <pc:spChg chg="add del">
          <ac:chgData name="luc manh" userId="e3626f0189481a11" providerId="LiveId" clId="{D39BFD90-25B8-4D92-BE50-0F271DA6CA26}" dt="2025-12-15T14:34:26.855" v="336" actId="26606"/>
          <ac:spMkLst>
            <pc:docMk/>
            <pc:sldMk cId="974090348" sldId="270"/>
            <ac:spMk id="13" creationId="{5820888B-4EA5-E0E8-6D52-7733E1E77451}"/>
          </ac:spMkLst>
        </pc:spChg>
        <pc:spChg chg="add del">
          <ac:chgData name="luc manh" userId="e3626f0189481a11" providerId="LiveId" clId="{D39BFD90-25B8-4D92-BE50-0F271DA6CA26}" dt="2025-12-15T14:34:26.855" v="336" actId="26606"/>
          <ac:spMkLst>
            <pc:docMk/>
            <pc:sldMk cId="974090348" sldId="270"/>
            <ac:spMk id="15" creationId="{06B5A8BF-0680-F9A7-27B1-3971EC934783}"/>
          </ac:spMkLst>
        </pc:spChg>
        <pc:spChg chg="add">
          <ac:chgData name="luc manh" userId="e3626f0189481a11" providerId="LiveId" clId="{D39BFD90-25B8-4D92-BE50-0F271DA6CA26}" dt="2025-12-15T14:34:26.855" v="336" actId="26606"/>
          <ac:spMkLst>
            <pc:docMk/>
            <pc:sldMk cId="974090348" sldId="270"/>
            <ac:spMk id="20" creationId="{774A975B-A886-5202-0489-6965514A0D14}"/>
          </ac:spMkLst>
        </pc:spChg>
        <pc:spChg chg="add">
          <ac:chgData name="luc manh" userId="e3626f0189481a11" providerId="LiveId" clId="{D39BFD90-25B8-4D92-BE50-0F271DA6CA26}" dt="2025-12-15T14:34:26.855" v="336" actId="26606"/>
          <ac:spMkLst>
            <pc:docMk/>
            <pc:sldMk cId="974090348" sldId="270"/>
            <ac:spMk id="22" creationId="{EA67E988-5919-57BB-C7DE-D3EAD38A3045}"/>
          </ac:spMkLst>
        </pc:spChg>
        <pc:spChg chg="add">
          <ac:chgData name="luc manh" userId="e3626f0189481a11" providerId="LiveId" clId="{D39BFD90-25B8-4D92-BE50-0F271DA6CA26}" dt="2025-12-15T14:34:26.855" v="336" actId="26606"/>
          <ac:spMkLst>
            <pc:docMk/>
            <pc:sldMk cId="974090348" sldId="270"/>
            <ac:spMk id="24" creationId="{5820888B-4EA5-E0E8-6D52-7733E1E77451}"/>
          </ac:spMkLst>
        </pc:spChg>
        <pc:spChg chg="add">
          <ac:chgData name="luc manh" userId="e3626f0189481a11" providerId="LiveId" clId="{D39BFD90-25B8-4D92-BE50-0F271DA6CA26}" dt="2025-12-15T14:34:26.855" v="336" actId="26606"/>
          <ac:spMkLst>
            <pc:docMk/>
            <pc:sldMk cId="974090348" sldId="270"/>
            <ac:spMk id="26" creationId="{06B5A8BF-0680-F9A7-27B1-3971EC934783}"/>
          </ac:spMkLst>
        </pc:spChg>
        <pc:graphicFrameChg chg="add mod modGraphic">
          <ac:chgData name="luc manh" userId="e3626f0189481a11" providerId="LiveId" clId="{D39BFD90-25B8-4D92-BE50-0F271DA6CA26}" dt="2025-12-15T14:34:33.475" v="342" actId="20577"/>
          <ac:graphicFrameMkLst>
            <pc:docMk/>
            <pc:sldMk cId="974090348" sldId="270"/>
            <ac:graphicFrameMk id="4" creationId="{A46C38F2-D668-F9E8-EBC6-8F218DF12666}"/>
          </ac:graphicFrameMkLst>
        </pc:graphicFrameChg>
      </pc:sldChg>
    </pc:docChg>
  </pc:docChgLst>
</pc:chgInfo>
</file>

<file path=ppt/diagrams/_rels/data13.xml.rels><?xml version="1.0" encoding="UTF-8" standalone="yes"?>
<Relationships xmlns="http://schemas.openxmlformats.org/package/2006/relationships"><Relationship Id="rId1" Type="http://schemas.openxmlformats.org/officeDocument/2006/relationships/hyperlink" Target="https://thuvienphapluat.vn/" TargetMode="External"/></Relationships>
</file>

<file path=ppt/diagrams/_rels/drawing13.xml.rels><?xml version="1.0" encoding="UTF-8" standalone="yes"?>
<Relationships xmlns="http://schemas.openxmlformats.org/package/2006/relationships"><Relationship Id="rId1" Type="http://schemas.openxmlformats.org/officeDocument/2006/relationships/hyperlink" Target="https://thuvienphapluat.vn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7B8872-24C0-49CB-9FE9-13AFC6F02E68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17540E5-F72D-4A9E-B921-054AA5BF103E}">
      <dgm:prSet/>
      <dgm:spPr/>
      <dgm:t>
        <a:bodyPr/>
        <a:lstStyle/>
        <a:p>
          <a:r>
            <a:rPr lang="en-US" b="0" i="0" baseline="0"/>
            <a:t>1Giới thiệu đề tài</a:t>
          </a:r>
          <a:endParaRPr lang="en-US"/>
        </a:p>
      </dgm:t>
    </dgm:pt>
    <dgm:pt modelId="{51D3B633-EBBC-49F3-A6C0-6AE7904C1E9D}" type="parTrans" cxnId="{FF6602D0-3354-41D3-9374-0DCB07B285C9}">
      <dgm:prSet/>
      <dgm:spPr/>
      <dgm:t>
        <a:bodyPr/>
        <a:lstStyle/>
        <a:p>
          <a:endParaRPr lang="en-US"/>
        </a:p>
      </dgm:t>
    </dgm:pt>
    <dgm:pt modelId="{092AA997-E18D-40DA-B4B5-7718BD0B2649}" type="sibTrans" cxnId="{FF6602D0-3354-41D3-9374-0DCB07B285C9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0EEEC5F2-137E-4F82-8000-996A87ECF8A8}">
      <dgm:prSet/>
      <dgm:spPr/>
      <dgm:t>
        <a:bodyPr/>
        <a:lstStyle/>
        <a:p>
          <a:r>
            <a:rPr lang="en-US" b="0" i="0" baseline="0"/>
            <a:t>Phân tích yêu cầu</a:t>
          </a:r>
          <a:endParaRPr lang="en-US"/>
        </a:p>
      </dgm:t>
    </dgm:pt>
    <dgm:pt modelId="{789C4444-47F7-4A20-BEED-ADC015EFBBA1}" type="parTrans" cxnId="{EA86B7B2-D0C6-43F3-B790-7C5F2994084E}">
      <dgm:prSet/>
      <dgm:spPr/>
      <dgm:t>
        <a:bodyPr/>
        <a:lstStyle/>
        <a:p>
          <a:endParaRPr lang="en-US"/>
        </a:p>
      </dgm:t>
    </dgm:pt>
    <dgm:pt modelId="{8859DD6A-CADC-4152-9E45-6C045B5AE92F}" type="sibTrans" cxnId="{EA86B7B2-D0C6-43F3-B790-7C5F2994084E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C714BA0B-7C3B-4C4B-90B8-18AA0A0112DB}">
      <dgm:prSet/>
      <dgm:spPr/>
      <dgm:t>
        <a:bodyPr/>
        <a:lstStyle/>
        <a:p>
          <a:r>
            <a:rPr lang="en-US" b="0" i="0" baseline="0"/>
            <a:t>Nghiệp vụ tính thuế TNCN</a:t>
          </a:r>
          <a:endParaRPr lang="en-US"/>
        </a:p>
      </dgm:t>
    </dgm:pt>
    <dgm:pt modelId="{40C0B33D-4F95-41A2-83D0-497A35EC00C8}" type="parTrans" cxnId="{4C7106D2-9268-4205-814B-DC0AC63B089B}">
      <dgm:prSet/>
      <dgm:spPr/>
      <dgm:t>
        <a:bodyPr/>
        <a:lstStyle/>
        <a:p>
          <a:endParaRPr lang="en-US"/>
        </a:p>
      </dgm:t>
    </dgm:pt>
    <dgm:pt modelId="{954502D0-088D-4E84-A7CE-630758874AF4}" type="sibTrans" cxnId="{4C7106D2-9268-4205-814B-DC0AC63B089B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C67AA6C-98E9-462A-B0EA-E1D30B27D051}">
      <dgm:prSet/>
      <dgm:spPr/>
      <dgm:t>
        <a:bodyPr/>
        <a:lstStyle/>
        <a:p>
          <a:r>
            <a:rPr lang="en-US" b="0" i="0" baseline="0"/>
            <a:t>Thiết kế phần mềm</a:t>
          </a:r>
          <a:endParaRPr lang="en-US"/>
        </a:p>
      </dgm:t>
    </dgm:pt>
    <dgm:pt modelId="{824ED69F-21E7-4AA6-B86C-00207C88801B}" type="parTrans" cxnId="{21FFC1A2-E42A-4B5F-8EDF-D530B33817AD}">
      <dgm:prSet/>
      <dgm:spPr/>
      <dgm:t>
        <a:bodyPr/>
        <a:lstStyle/>
        <a:p>
          <a:endParaRPr lang="en-US"/>
        </a:p>
      </dgm:t>
    </dgm:pt>
    <dgm:pt modelId="{564AB61C-8401-4C12-92A2-6C7A09D575F4}" type="sibTrans" cxnId="{21FFC1A2-E42A-4B5F-8EDF-D530B33817AD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DD2A9404-79D3-47E9-B6DC-5AC9712CD6B0}">
      <dgm:prSet/>
      <dgm:spPr/>
      <dgm:t>
        <a:bodyPr/>
        <a:lstStyle/>
        <a:p>
          <a:r>
            <a:rPr lang="en-US" b="0" i="0" baseline="0"/>
            <a:t>Demo &amp; kiểm thử</a:t>
          </a:r>
          <a:endParaRPr lang="en-US"/>
        </a:p>
      </dgm:t>
    </dgm:pt>
    <dgm:pt modelId="{51EF9438-4D4C-41AC-84DE-1286587751C0}" type="parTrans" cxnId="{DA16630E-6E39-4BA4-B5D5-B5BA982B669F}">
      <dgm:prSet/>
      <dgm:spPr/>
      <dgm:t>
        <a:bodyPr/>
        <a:lstStyle/>
        <a:p>
          <a:endParaRPr lang="en-US"/>
        </a:p>
      </dgm:t>
    </dgm:pt>
    <dgm:pt modelId="{5150CE4E-C2A3-42CB-A039-0A32E705BEAA}" type="sibTrans" cxnId="{DA16630E-6E39-4BA4-B5D5-B5BA982B669F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D578586B-4322-4CF8-9749-0CC072A83FCB}">
      <dgm:prSet/>
      <dgm:spPr/>
      <dgm:t>
        <a:bodyPr/>
        <a:lstStyle/>
        <a:p>
          <a:r>
            <a:rPr lang="en-US" b="0" i="0" baseline="0"/>
            <a:t>Kết luận và hướng phát triển</a:t>
          </a:r>
          <a:endParaRPr lang="en-US"/>
        </a:p>
      </dgm:t>
    </dgm:pt>
    <dgm:pt modelId="{D199250D-5ACA-41CE-9B7A-F45FAB6552F8}" type="parTrans" cxnId="{8459B0C7-D0AB-4B6A-9310-4003C6010BE0}">
      <dgm:prSet/>
      <dgm:spPr/>
      <dgm:t>
        <a:bodyPr/>
        <a:lstStyle/>
        <a:p>
          <a:endParaRPr lang="en-US"/>
        </a:p>
      </dgm:t>
    </dgm:pt>
    <dgm:pt modelId="{1A59B8B1-89B0-4752-975C-4079E01D7601}" type="sibTrans" cxnId="{8459B0C7-D0AB-4B6A-9310-4003C6010BE0}">
      <dgm:prSet phldrT="06" phldr="0"/>
      <dgm:spPr/>
      <dgm:t>
        <a:bodyPr/>
        <a:lstStyle/>
        <a:p>
          <a:r>
            <a:rPr lang="en-US"/>
            <a:t>06</a:t>
          </a:r>
        </a:p>
      </dgm:t>
    </dgm:pt>
    <dgm:pt modelId="{14372162-0C79-40DE-A194-D57BDB1DEC38}" type="pres">
      <dgm:prSet presAssocID="{F67B8872-24C0-49CB-9FE9-13AFC6F02E68}" presName="Name0" presStyleCnt="0">
        <dgm:presLayoutVars>
          <dgm:animLvl val="lvl"/>
          <dgm:resizeHandles val="exact"/>
        </dgm:presLayoutVars>
      </dgm:prSet>
      <dgm:spPr/>
    </dgm:pt>
    <dgm:pt modelId="{58ACF232-BC58-48ED-AF16-51F3AE4118F2}" type="pres">
      <dgm:prSet presAssocID="{317540E5-F72D-4A9E-B921-054AA5BF103E}" presName="compositeNode" presStyleCnt="0">
        <dgm:presLayoutVars>
          <dgm:bulletEnabled val="1"/>
        </dgm:presLayoutVars>
      </dgm:prSet>
      <dgm:spPr/>
    </dgm:pt>
    <dgm:pt modelId="{12A2D092-CD9B-4FFD-AFB9-697FA0F94EA1}" type="pres">
      <dgm:prSet presAssocID="{317540E5-F72D-4A9E-B921-054AA5BF103E}" presName="bgRect" presStyleLbl="alignNode1" presStyleIdx="0" presStyleCnt="6"/>
      <dgm:spPr/>
    </dgm:pt>
    <dgm:pt modelId="{0D6F99DF-FF06-4A37-A042-C1B1570B5EFF}" type="pres">
      <dgm:prSet presAssocID="{092AA997-E18D-40DA-B4B5-7718BD0B2649}" presName="sibTransNodeRect" presStyleLbl="alignNode1" presStyleIdx="0" presStyleCnt="6">
        <dgm:presLayoutVars>
          <dgm:chMax val="0"/>
          <dgm:bulletEnabled val="1"/>
        </dgm:presLayoutVars>
      </dgm:prSet>
      <dgm:spPr/>
    </dgm:pt>
    <dgm:pt modelId="{E39ADF47-6320-48DD-9BA1-A2021E4D0E1F}" type="pres">
      <dgm:prSet presAssocID="{317540E5-F72D-4A9E-B921-054AA5BF103E}" presName="nodeRect" presStyleLbl="alignNode1" presStyleIdx="0" presStyleCnt="6">
        <dgm:presLayoutVars>
          <dgm:bulletEnabled val="1"/>
        </dgm:presLayoutVars>
      </dgm:prSet>
      <dgm:spPr/>
    </dgm:pt>
    <dgm:pt modelId="{11DDBC48-3D95-4532-9297-1A42D6D00A2B}" type="pres">
      <dgm:prSet presAssocID="{092AA997-E18D-40DA-B4B5-7718BD0B2649}" presName="sibTrans" presStyleCnt="0"/>
      <dgm:spPr/>
    </dgm:pt>
    <dgm:pt modelId="{2C498404-7489-46BB-8A9C-B6752FA84156}" type="pres">
      <dgm:prSet presAssocID="{0EEEC5F2-137E-4F82-8000-996A87ECF8A8}" presName="compositeNode" presStyleCnt="0">
        <dgm:presLayoutVars>
          <dgm:bulletEnabled val="1"/>
        </dgm:presLayoutVars>
      </dgm:prSet>
      <dgm:spPr/>
    </dgm:pt>
    <dgm:pt modelId="{9DE6F231-A9E0-471A-8F4F-9BD5DA88AD87}" type="pres">
      <dgm:prSet presAssocID="{0EEEC5F2-137E-4F82-8000-996A87ECF8A8}" presName="bgRect" presStyleLbl="alignNode1" presStyleIdx="1" presStyleCnt="6"/>
      <dgm:spPr/>
    </dgm:pt>
    <dgm:pt modelId="{12C6CE3C-60BF-43B4-A43F-9D60639866F0}" type="pres">
      <dgm:prSet presAssocID="{8859DD6A-CADC-4152-9E45-6C045B5AE92F}" presName="sibTransNodeRect" presStyleLbl="alignNode1" presStyleIdx="1" presStyleCnt="6">
        <dgm:presLayoutVars>
          <dgm:chMax val="0"/>
          <dgm:bulletEnabled val="1"/>
        </dgm:presLayoutVars>
      </dgm:prSet>
      <dgm:spPr/>
    </dgm:pt>
    <dgm:pt modelId="{668BDC9F-8B69-406D-A45E-2B9D0D9AF264}" type="pres">
      <dgm:prSet presAssocID="{0EEEC5F2-137E-4F82-8000-996A87ECF8A8}" presName="nodeRect" presStyleLbl="alignNode1" presStyleIdx="1" presStyleCnt="6">
        <dgm:presLayoutVars>
          <dgm:bulletEnabled val="1"/>
        </dgm:presLayoutVars>
      </dgm:prSet>
      <dgm:spPr/>
    </dgm:pt>
    <dgm:pt modelId="{6E8655E9-CDBF-4114-ADA8-F1C3D74ED539}" type="pres">
      <dgm:prSet presAssocID="{8859DD6A-CADC-4152-9E45-6C045B5AE92F}" presName="sibTrans" presStyleCnt="0"/>
      <dgm:spPr/>
    </dgm:pt>
    <dgm:pt modelId="{CEE165E8-4B86-448F-A013-A4139428942B}" type="pres">
      <dgm:prSet presAssocID="{C714BA0B-7C3B-4C4B-90B8-18AA0A0112DB}" presName="compositeNode" presStyleCnt="0">
        <dgm:presLayoutVars>
          <dgm:bulletEnabled val="1"/>
        </dgm:presLayoutVars>
      </dgm:prSet>
      <dgm:spPr/>
    </dgm:pt>
    <dgm:pt modelId="{7738629B-46D7-41A8-9BD9-F966E4ABF992}" type="pres">
      <dgm:prSet presAssocID="{C714BA0B-7C3B-4C4B-90B8-18AA0A0112DB}" presName="bgRect" presStyleLbl="alignNode1" presStyleIdx="2" presStyleCnt="6"/>
      <dgm:spPr/>
    </dgm:pt>
    <dgm:pt modelId="{87829329-AD2A-41B9-8533-2F75F23CC1E1}" type="pres">
      <dgm:prSet presAssocID="{954502D0-088D-4E84-A7CE-630758874AF4}" presName="sibTransNodeRect" presStyleLbl="alignNode1" presStyleIdx="2" presStyleCnt="6">
        <dgm:presLayoutVars>
          <dgm:chMax val="0"/>
          <dgm:bulletEnabled val="1"/>
        </dgm:presLayoutVars>
      </dgm:prSet>
      <dgm:spPr/>
    </dgm:pt>
    <dgm:pt modelId="{2EA197C7-5DA6-4DBB-B76D-D6C2773AD795}" type="pres">
      <dgm:prSet presAssocID="{C714BA0B-7C3B-4C4B-90B8-18AA0A0112DB}" presName="nodeRect" presStyleLbl="alignNode1" presStyleIdx="2" presStyleCnt="6">
        <dgm:presLayoutVars>
          <dgm:bulletEnabled val="1"/>
        </dgm:presLayoutVars>
      </dgm:prSet>
      <dgm:spPr/>
    </dgm:pt>
    <dgm:pt modelId="{20DB7107-0746-40DA-92CD-D7AC15A56465}" type="pres">
      <dgm:prSet presAssocID="{954502D0-088D-4E84-A7CE-630758874AF4}" presName="sibTrans" presStyleCnt="0"/>
      <dgm:spPr/>
    </dgm:pt>
    <dgm:pt modelId="{521950E9-AFAD-4A79-B622-3CDA17EC0461}" type="pres">
      <dgm:prSet presAssocID="{5C67AA6C-98E9-462A-B0EA-E1D30B27D051}" presName="compositeNode" presStyleCnt="0">
        <dgm:presLayoutVars>
          <dgm:bulletEnabled val="1"/>
        </dgm:presLayoutVars>
      </dgm:prSet>
      <dgm:spPr/>
    </dgm:pt>
    <dgm:pt modelId="{C22E9C95-CF77-4835-B6CC-4BEDD003748F}" type="pres">
      <dgm:prSet presAssocID="{5C67AA6C-98E9-462A-B0EA-E1D30B27D051}" presName="bgRect" presStyleLbl="alignNode1" presStyleIdx="3" presStyleCnt="6"/>
      <dgm:spPr/>
    </dgm:pt>
    <dgm:pt modelId="{8B56C125-93ED-4D93-940D-2C6F7D05057F}" type="pres">
      <dgm:prSet presAssocID="{564AB61C-8401-4C12-92A2-6C7A09D575F4}" presName="sibTransNodeRect" presStyleLbl="alignNode1" presStyleIdx="3" presStyleCnt="6">
        <dgm:presLayoutVars>
          <dgm:chMax val="0"/>
          <dgm:bulletEnabled val="1"/>
        </dgm:presLayoutVars>
      </dgm:prSet>
      <dgm:spPr/>
    </dgm:pt>
    <dgm:pt modelId="{5C1473E6-C47C-4005-95F6-1B049C5A10B4}" type="pres">
      <dgm:prSet presAssocID="{5C67AA6C-98E9-462A-B0EA-E1D30B27D051}" presName="nodeRect" presStyleLbl="alignNode1" presStyleIdx="3" presStyleCnt="6">
        <dgm:presLayoutVars>
          <dgm:bulletEnabled val="1"/>
        </dgm:presLayoutVars>
      </dgm:prSet>
      <dgm:spPr/>
    </dgm:pt>
    <dgm:pt modelId="{0CF6D34D-A465-4598-9872-D4C8E7DFCF10}" type="pres">
      <dgm:prSet presAssocID="{564AB61C-8401-4C12-92A2-6C7A09D575F4}" presName="sibTrans" presStyleCnt="0"/>
      <dgm:spPr/>
    </dgm:pt>
    <dgm:pt modelId="{7E8F4823-D1A9-4D59-B3F4-A108295E2E42}" type="pres">
      <dgm:prSet presAssocID="{DD2A9404-79D3-47E9-B6DC-5AC9712CD6B0}" presName="compositeNode" presStyleCnt="0">
        <dgm:presLayoutVars>
          <dgm:bulletEnabled val="1"/>
        </dgm:presLayoutVars>
      </dgm:prSet>
      <dgm:spPr/>
    </dgm:pt>
    <dgm:pt modelId="{149E24CA-9307-4AA5-A371-7DDD3D8BC995}" type="pres">
      <dgm:prSet presAssocID="{DD2A9404-79D3-47E9-B6DC-5AC9712CD6B0}" presName="bgRect" presStyleLbl="alignNode1" presStyleIdx="4" presStyleCnt="6"/>
      <dgm:spPr/>
    </dgm:pt>
    <dgm:pt modelId="{F318146A-C332-4DD8-985B-0D01166DA6A1}" type="pres">
      <dgm:prSet presAssocID="{5150CE4E-C2A3-42CB-A039-0A32E705BEAA}" presName="sibTransNodeRect" presStyleLbl="alignNode1" presStyleIdx="4" presStyleCnt="6">
        <dgm:presLayoutVars>
          <dgm:chMax val="0"/>
          <dgm:bulletEnabled val="1"/>
        </dgm:presLayoutVars>
      </dgm:prSet>
      <dgm:spPr/>
    </dgm:pt>
    <dgm:pt modelId="{4FDCF382-9F21-4043-8E15-9995C2300795}" type="pres">
      <dgm:prSet presAssocID="{DD2A9404-79D3-47E9-B6DC-5AC9712CD6B0}" presName="nodeRect" presStyleLbl="alignNode1" presStyleIdx="4" presStyleCnt="6">
        <dgm:presLayoutVars>
          <dgm:bulletEnabled val="1"/>
        </dgm:presLayoutVars>
      </dgm:prSet>
      <dgm:spPr/>
    </dgm:pt>
    <dgm:pt modelId="{2D8D18B0-3D73-47BB-80EC-CFD23247FF05}" type="pres">
      <dgm:prSet presAssocID="{5150CE4E-C2A3-42CB-A039-0A32E705BEAA}" presName="sibTrans" presStyleCnt="0"/>
      <dgm:spPr/>
    </dgm:pt>
    <dgm:pt modelId="{A9750A33-88D5-4C9A-B133-1B06380C9EF5}" type="pres">
      <dgm:prSet presAssocID="{D578586B-4322-4CF8-9749-0CC072A83FCB}" presName="compositeNode" presStyleCnt="0">
        <dgm:presLayoutVars>
          <dgm:bulletEnabled val="1"/>
        </dgm:presLayoutVars>
      </dgm:prSet>
      <dgm:spPr/>
    </dgm:pt>
    <dgm:pt modelId="{9373281A-075C-49AB-A8DC-32E0638C4194}" type="pres">
      <dgm:prSet presAssocID="{D578586B-4322-4CF8-9749-0CC072A83FCB}" presName="bgRect" presStyleLbl="alignNode1" presStyleIdx="5" presStyleCnt="6"/>
      <dgm:spPr/>
    </dgm:pt>
    <dgm:pt modelId="{82175513-29CB-4B28-96CD-2B2A762D7137}" type="pres">
      <dgm:prSet presAssocID="{1A59B8B1-89B0-4752-975C-4079E01D7601}" presName="sibTransNodeRect" presStyleLbl="alignNode1" presStyleIdx="5" presStyleCnt="6">
        <dgm:presLayoutVars>
          <dgm:chMax val="0"/>
          <dgm:bulletEnabled val="1"/>
        </dgm:presLayoutVars>
      </dgm:prSet>
      <dgm:spPr/>
    </dgm:pt>
    <dgm:pt modelId="{D5363E99-19E4-4741-A03C-ED160B974964}" type="pres">
      <dgm:prSet presAssocID="{D578586B-4322-4CF8-9749-0CC072A83FCB}" presName="nodeRect" presStyleLbl="alignNode1" presStyleIdx="5" presStyleCnt="6">
        <dgm:presLayoutVars>
          <dgm:bulletEnabled val="1"/>
        </dgm:presLayoutVars>
      </dgm:prSet>
      <dgm:spPr/>
    </dgm:pt>
  </dgm:ptLst>
  <dgm:cxnLst>
    <dgm:cxn modelId="{3AAABC01-9FDE-4112-8A41-D29C7F32D381}" type="presOf" srcId="{1A59B8B1-89B0-4752-975C-4079E01D7601}" destId="{82175513-29CB-4B28-96CD-2B2A762D7137}" srcOrd="0" destOrd="0" presId="urn:microsoft.com/office/officeart/2016/7/layout/LinearBlockProcessNumbered"/>
    <dgm:cxn modelId="{7E111705-0CF1-43F6-A6BC-B98BEA240A91}" type="presOf" srcId="{DD2A9404-79D3-47E9-B6DC-5AC9712CD6B0}" destId="{4FDCF382-9F21-4043-8E15-9995C2300795}" srcOrd="1" destOrd="0" presId="urn:microsoft.com/office/officeart/2016/7/layout/LinearBlockProcessNumbered"/>
    <dgm:cxn modelId="{DA16630E-6E39-4BA4-B5D5-B5BA982B669F}" srcId="{F67B8872-24C0-49CB-9FE9-13AFC6F02E68}" destId="{DD2A9404-79D3-47E9-B6DC-5AC9712CD6B0}" srcOrd="4" destOrd="0" parTransId="{51EF9438-4D4C-41AC-84DE-1286587751C0}" sibTransId="{5150CE4E-C2A3-42CB-A039-0A32E705BEAA}"/>
    <dgm:cxn modelId="{9855F014-0DE4-4F03-9468-09DBA35ECD80}" type="presOf" srcId="{D578586B-4322-4CF8-9749-0CC072A83FCB}" destId="{D5363E99-19E4-4741-A03C-ED160B974964}" srcOrd="1" destOrd="0" presId="urn:microsoft.com/office/officeart/2016/7/layout/LinearBlockProcessNumbered"/>
    <dgm:cxn modelId="{6A8DC71B-27E0-47C3-8402-D79032DF63DA}" type="presOf" srcId="{5C67AA6C-98E9-462A-B0EA-E1D30B27D051}" destId="{C22E9C95-CF77-4835-B6CC-4BEDD003748F}" srcOrd="0" destOrd="0" presId="urn:microsoft.com/office/officeart/2016/7/layout/LinearBlockProcessNumbered"/>
    <dgm:cxn modelId="{CBEAFE2B-958B-48E7-9D74-E62763A2B617}" type="presOf" srcId="{092AA997-E18D-40DA-B4B5-7718BD0B2649}" destId="{0D6F99DF-FF06-4A37-A042-C1B1570B5EFF}" srcOrd="0" destOrd="0" presId="urn:microsoft.com/office/officeart/2016/7/layout/LinearBlockProcessNumbered"/>
    <dgm:cxn modelId="{C72F472E-2A46-42D6-B666-521484DB3F3F}" type="presOf" srcId="{954502D0-088D-4E84-A7CE-630758874AF4}" destId="{87829329-AD2A-41B9-8533-2F75F23CC1E1}" srcOrd="0" destOrd="0" presId="urn:microsoft.com/office/officeart/2016/7/layout/LinearBlockProcessNumbered"/>
    <dgm:cxn modelId="{F4B17C38-B2E6-4F99-A241-8EFE1382A34B}" type="presOf" srcId="{F67B8872-24C0-49CB-9FE9-13AFC6F02E68}" destId="{14372162-0C79-40DE-A194-D57BDB1DEC38}" srcOrd="0" destOrd="0" presId="urn:microsoft.com/office/officeart/2016/7/layout/LinearBlockProcessNumbered"/>
    <dgm:cxn modelId="{0FA4F242-59C7-4E94-A516-C2F151BEB250}" type="presOf" srcId="{0EEEC5F2-137E-4F82-8000-996A87ECF8A8}" destId="{668BDC9F-8B69-406D-A45E-2B9D0D9AF264}" srcOrd="1" destOrd="0" presId="urn:microsoft.com/office/officeart/2016/7/layout/LinearBlockProcessNumbered"/>
    <dgm:cxn modelId="{848D2A63-3A84-469A-8447-1776C2231BAC}" type="presOf" srcId="{C714BA0B-7C3B-4C4B-90B8-18AA0A0112DB}" destId="{7738629B-46D7-41A8-9BD9-F966E4ABF992}" srcOrd="0" destOrd="0" presId="urn:microsoft.com/office/officeart/2016/7/layout/LinearBlockProcessNumbered"/>
    <dgm:cxn modelId="{E0634044-28F8-4297-9DB1-826E70707BE9}" type="presOf" srcId="{5C67AA6C-98E9-462A-B0EA-E1D30B27D051}" destId="{5C1473E6-C47C-4005-95F6-1B049C5A10B4}" srcOrd="1" destOrd="0" presId="urn:microsoft.com/office/officeart/2016/7/layout/LinearBlockProcessNumbered"/>
    <dgm:cxn modelId="{45D6F34C-3034-4B84-BFDD-6FCEDEF65E01}" type="presOf" srcId="{5150CE4E-C2A3-42CB-A039-0A32E705BEAA}" destId="{F318146A-C332-4DD8-985B-0D01166DA6A1}" srcOrd="0" destOrd="0" presId="urn:microsoft.com/office/officeart/2016/7/layout/LinearBlockProcessNumbered"/>
    <dgm:cxn modelId="{7878E680-8AD9-4CB1-B16E-BAAF23437BDC}" type="presOf" srcId="{C714BA0B-7C3B-4C4B-90B8-18AA0A0112DB}" destId="{2EA197C7-5DA6-4DBB-B76D-D6C2773AD795}" srcOrd="1" destOrd="0" presId="urn:microsoft.com/office/officeart/2016/7/layout/LinearBlockProcessNumbered"/>
    <dgm:cxn modelId="{C5E15A91-57CB-47D0-98BC-0E6FFE59C3EB}" type="presOf" srcId="{DD2A9404-79D3-47E9-B6DC-5AC9712CD6B0}" destId="{149E24CA-9307-4AA5-A371-7DDD3D8BC995}" srcOrd="0" destOrd="0" presId="urn:microsoft.com/office/officeart/2016/7/layout/LinearBlockProcessNumbered"/>
    <dgm:cxn modelId="{21FFC1A2-E42A-4B5F-8EDF-D530B33817AD}" srcId="{F67B8872-24C0-49CB-9FE9-13AFC6F02E68}" destId="{5C67AA6C-98E9-462A-B0EA-E1D30B27D051}" srcOrd="3" destOrd="0" parTransId="{824ED69F-21E7-4AA6-B86C-00207C88801B}" sibTransId="{564AB61C-8401-4C12-92A2-6C7A09D575F4}"/>
    <dgm:cxn modelId="{A89350A3-FE2F-4667-B443-94C537A2D48C}" type="presOf" srcId="{0EEEC5F2-137E-4F82-8000-996A87ECF8A8}" destId="{9DE6F231-A9E0-471A-8F4F-9BD5DA88AD87}" srcOrd="0" destOrd="0" presId="urn:microsoft.com/office/officeart/2016/7/layout/LinearBlockProcessNumbered"/>
    <dgm:cxn modelId="{4BAFAFA4-FE7B-482A-9C8F-1E12F20CC14E}" type="presOf" srcId="{564AB61C-8401-4C12-92A2-6C7A09D575F4}" destId="{8B56C125-93ED-4D93-940D-2C6F7D05057F}" srcOrd="0" destOrd="0" presId="urn:microsoft.com/office/officeart/2016/7/layout/LinearBlockProcessNumbered"/>
    <dgm:cxn modelId="{EA86B7B2-D0C6-43F3-B790-7C5F2994084E}" srcId="{F67B8872-24C0-49CB-9FE9-13AFC6F02E68}" destId="{0EEEC5F2-137E-4F82-8000-996A87ECF8A8}" srcOrd="1" destOrd="0" parTransId="{789C4444-47F7-4A20-BEED-ADC015EFBBA1}" sibTransId="{8859DD6A-CADC-4152-9E45-6C045B5AE92F}"/>
    <dgm:cxn modelId="{0B81CBB5-BB79-4028-AD4E-2ED1BD30EB22}" type="presOf" srcId="{317540E5-F72D-4A9E-B921-054AA5BF103E}" destId="{12A2D092-CD9B-4FFD-AFB9-697FA0F94EA1}" srcOrd="0" destOrd="0" presId="urn:microsoft.com/office/officeart/2016/7/layout/LinearBlockProcessNumbered"/>
    <dgm:cxn modelId="{6E7456B7-75B1-4931-93D6-8C6CF97E9AA7}" type="presOf" srcId="{317540E5-F72D-4A9E-B921-054AA5BF103E}" destId="{E39ADF47-6320-48DD-9BA1-A2021E4D0E1F}" srcOrd="1" destOrd="0" presId="urn:microsoft.com/office/officeart/2016/7/layout/LinearBlockProcessNumbered"/>
    <dgm:cxn modelId="{8459B0C7-D0AB-4B6A-9310-4003C6010BE0}" srcId="{F67B8872-24C0-49CB-9FE9-13AFC6F02E68}" destId="{D578586B-4322-4CF8-9749-0CC072A83FCB}" srcOrd="5" destOrd="0" parTransId="{D199250D-5ACA-41CE-9B7A-F45FAB6552F8}" sibTransId="{1A59B8B1-89B0-4752-975C-4079E01D7601}"/>
    <dgm:cxn modelId="{FF6602D0-3354-41D3-9374-0DCB07B285C9}" srcId="{F67B8872-24C0-49CB-9FE9-13AFC6F02E68}" destId="{317540E5-F72D-4A9E-B921-054AA5BF103E}" srcOrd="0" destOrd="0" parTransId="{51D3B633-EBBC-49F3-A6C0-6AE7904C1E9D}" sibTransId="{092AA997-E18D-40DA-B4B5-7718BD0B2649}"/>
    <dgm:cxn modelId="{4C7106D2-9268-4205-814B-DC0AC63B089B}" srcId="{F67B8872-24C0-49CB-9FE9-13AFC6F02E68}" destId="{C714BA0B-7C3B-4C4B-90B8-18AA0A0112DB}" srcOrd="2" destOrd="0" parTransId="{40C0B33D-4F95-41A2-83D0-497A35EC00C8}" sibTransId="{954502D0-088D-4E84-A7CE-630758874AF4}"/>
    <dgm:cxn modelId="{D6DD00E1-BEC4-4743-847E-C012F5A991A5}" type="presOf" srcId="{D578586B-4322-4CF8-9749-0CC072A83FCB}" destId="{9373281A-075C-49AB-A8DC-32E0638C4194}" srcOrd="0" destOrd="0" presId="urn:microsoft.com/office/officeart/2016/7/layout/LinearBlockProcessNumbered"/>
    <dgm:cxn modelId="{F0F1D3F2-D627-41E2-9166-C8C911B4F635}" type="presOf" srcId="{8859DD6A-CADC-4152-9E45-6C045B5AE92F}" destId="{12C6CE3C-60BF-43B4-A43F-9D60639866F0}" srcOrd="0" destOrd="0" presId="urn:microsoft.com/office/officeart/2016/7/layout/LinearBlockProcessNumbered"/>
    <dgm:cxn modelId="{4DDF3238-7D03-46D8-895F-DB54D6ED8C00}" type="presParOf" srcId="{14372162-0C79-40DE-A194-D57BDB1DEC38}" destId="{58ACF232-BC58-48ED-AF16-51F3AE4118F2}" srcOrd="0" destOrd="0" presId="urn:microsoft.com/office/officeart/2016/7/layout/LinearBlockProcessNumbered"/>
    <dgm:cxn modelId="{E9D381ED-BF34-4F43-BB2D-E376455147F8}" type="presParOf" srcId="{58ACF232-BC58-48ED-AF16-51F3AE4118F2}" destId="{12A2D092-CD9B-4FFD-AFB9-697FA0F94EA1}" srcOrd="0" destOrd="0" presId="urn:microsoft.com/office/officeart/2016/7/layout/LinearBlockProcessNumbered"/>
    <dgm:cxn modelId="{AAD4D99C-6CD3-4549-B629-C8E3D6BC8268}" type="presParOf" srcId="{58ACF232-BC58-48ED-AF16-51F3AE4118F2}" destId="{0D6F99DF-FF06-4A37-A042-C1B1570B5EFF}" srcOrd="1" destOrd="0" presId="urn:microsoft.com/office/officeart/2016/7/layout/LinearBlockProcessNumbered"/>
    <dgm:cxn modelId="{D62577DF-9AB7-4E76-832B-65B25A7EDB81}" type="presParOf" srcId="{58ACF232-BC58-48ED-AF16-51F3AE4118F2}" destId="{E39ADF47-6320-48DD-9BA1-A2021E4D0E1F}" srcOrd="2" destOrd="0" presId="urn:microsoft.com/office/officeart/2016/7/layout/LinearBlockProcessNumbered"/>
    <dgm:cxn modelId="{C3DBEC8E-05D3-4254-8DA2-C464C9A31362}" type="presParOf" srcId="{14372162-0C79-40DE-A194-D57BDB1DEC38}" destId="{11DDBC48-3D95-4532-9297-1A42D6D00A2B}" srcOrd="1" destOrd="0" presId="urn:microsoft.com/office/officeart/2016/7/layout/LinearBlockProcessNumbered"/>
    <dgm:cxn modelId="{B43F38DF-6CAA-4F61-B526-F8ACFCE505AA}" type="presParOf" srcId="{14372162-0C79-40DE-A194-D57BDB1DEC38}" destId="{2C498404-7489-46BB-8A9C-B6752FA84156}" srcOrd="2" destOrd="0" presId="urn:microsoft.com/office/officeart/2016/7/layout/LinearBlockProcessNumbered"/>
    <dgm:cxn modelId="{FD6B31CD-C4B0-45E3-A5DF-15D24DED9DC6}" type="presParOf" srcId="{2C498404-7489-46BB-8A9C-B6752FA84156}" destId="{9DE6F231-A9E0-471A-8F4F-9BD5DA88AD87}" srcOrd="0" destOrd="0" presId="urn:microsoft.com/office/officeart/2016/7/layout/LinearBlockProcessNumbered"/>
    <dgm:cxn modelId="{852E3C46-CF25-4FFE-B153-A9668C7E5DCB}" type="presParOf" srcId="{2C498404-7489-46BB-8A9C-B6752FA84156}" destId="{12C6CE3C-60BF-43B4-A43F-9D60639866F0}" srcOrd="1" destOrd="0" presId="urn:microsoft.com/office/officeart/2016/7/layout/LinearBlockProcessNumbered"/>
    <dgm:cxn modelId="{05B04C44-01F5-4744-9E6A-3C5BC72D19F1}" type="presParOf" srcId="{2C498404-7489-46BB-8A9C-B6752FA84156}" destId="{668BDC9F-8B69-406D-A45E-2B9D0D9AF264}" srcOrd="2" destOrd="0" presId="urn:microsoft.com/office/officeart/2016/7/layout/LinearBlockProcessNumbered"/>
    <dgm:cxn modelId="{31A804FC-5F8D-4BE5-BB36-7FD939B20282}" type="presParOf" srcId="{14372162-0C79-40DE-A194-D57BDB1DEC38}" destId="{6E8655E9-CDBF-4114-ADA8-F1C3D74ED539}" srcOrd="3" destOrd="0" presId="urn:microsoft.com/office/officeart/2016/7/layout/LinearBlockProcessNumbered"/>
    <dgm:cxn modelId="{FC2B309D-65D1-457C-A62C-79AECD78311D}" type="presParOf" srcId="{14372162-0C79-40DE-A194-D57BDB1DEC38}" destId="{CEE165E8-4B86-448F-A013-A4139428942B}" srcOrd="4" destOrd="0" presId="urn:microsoft.com/office/officeart/2016/7/layout/LinearBlockProcessNumbered"/>
    <dgm:cxn modelId="{D19BA050-6D91-4A58-B7F4-292ABB781133}" type="presParOf" srcId="{CEE165E8-4B86-448F-A013-A4139428942B}" destId="{7738629B-46D7-41A8-9BD9-F966E4ABF992}" srcOrd="0" destOrd="0" presId="urn:microsoft.com/office/officeart/2016/7/layout/LinearBlockProcessNumbered"/>
    <dgm:cxn modelId="{125F89C3-96AD-4A16-AA9D-668A2F60C647}" type="presParOf" srcId="{CEE165E8-4B86-448F-A013-A4139428942B}" destId="{87829329-AD2A-41B9-8533-2F75F23CC1E1}" srcOrd="1" destOrd="0" presId="urn:microsoft.com/office/officeart/2016/7/layout/LinearBlockProcessNumbered"/>
    <dgm:cxn modelId="{AF70F7ED-2520-4E10-8B54-B2D5414EF7A5}" type="presParOf" srcId="{CEE165E8-4B86-448F-A013-A4139428942B}" destId="{2EA197C7-5DA6-4DBB-B76D-D6C2773AD795}" srcOrd="2" destOrd="0" presId="urn:microsoft.com/office/officeart/2016/7/layout/LinearBlockProcessNumbered"/>
    <dgm:cxn modelId="{25FA313F-0B1C-476C-A5FD-E2B2FDC3A51F}" type="presParOf" srcId="{14372162-0C79-40DE-A194-D57BDB1DEC38}" destId="{20DB7107-0746-40DA-92CD-D7AC15A56465}" srcOrd="5" destOrd="0" presId="urn:microsoft.com/office/officeart/2016/7/layout/LinearBlockProcessNumbered"/>
    <dgm:cxn modelId="{A94E30D7-CD20-446E-9EEF-3B1242A43591}" type="presParOf" srcId="{14372162-0C79-40DE-A194-D57BDB1DEC38}" destId="{521950E9-AFAD-4A79-B622-3CDA17EC0461}" srcOrd="6" destOrd="0" presId="urn:microsoft.com/office/officeart/2016/7/layout/LinearBlockProcessNumbered"/>
    <dgm:cxn modelId="{8B37BEC2-3FFA-4BAB-8217-F10C4A2D2ECD}" type="presParOf" srcId="{521950E9-AFAD-4A79-B622-3CDA17EC0461}" destId="{C22E9C95-CF77-4835-B6CC-4BEDD003748F}" srcOrd="0" destOrd="0" presId="urn:microsoft.com/office/officeart/2016/7/layout/LinearBlockProcessNumbered"/>
    <dgm:cxn modelId="{5CF5C914-9414-4CE3-97FF-FE6C05288B60}" type="presParOf" srcId="{521950E9-AFAD-4A79-B622-3CDA17EC0461}" destId="{8B56C125-93ED-4D93-940D-2C6F7D05057F}" srcOrd="1" destOrd="0" presId="urn:microsoft.com/office/officeart/2016/7/layout/LinearBlockProcessNumbered"/>
    <dgm:cxn modelId="{E42BD234-6F3F-4F4D-A4A1-2BC7FA1E1E2E}" type="presParOf" srcId="{521950E9-AFAD-4A79-B622-3CDA17EC0461}" destId="{5C1473E6-C47C-4005-95F6-1B049C5A10B4}" srcOrd="2" destOrd="0" presId="urn:microsoft.com/office/officeart/2016/7/layout/LinearBlockProcessNumbered"/>
    <dgm:cxn modelId="{ED11B2E3-704E-476D-94CF-D6608BDE25F2}" type="presParOf" srcId="{14372162-0C79-40DE-A194-D57BDB1DEC38}" destId="{0CF6D34D-A465-4598-9872-D4C8E7DFCF10}" srcOrd="7" destOrd="0" presId="urn:microsoft.com/office/officeart/2016/7/layout/LinearBlockProcessNumbered"/>
    <dgm:cxn modelId="{AF48D3CB-D7B1-47B0-9D33-A1FF643FCA5B}" type="presParOf" srcId="{14372162-0C79-40DE-A194-D57BDB1DEC38}" destId="{7E8F4823-D1A9-4D59-B3F4-A108295E2E42}" srcOrd="8" destOrd="0" presId="urn:microsoft.com/office/officeart/2016/7/layout/LinearBlockProcessNumbered"/>
    <dgm:cxn modelId="{42D7DFCE-306F-4E2A-9F90-F6DEECC64BDF}" type="presParOf" srcId="{7E8F4823-D1A9-4D59-B3F4-A108295E2E42}" destId="{149E24CA-9307-4AA5-A371-7DDD3D8BC995}" srcOrd="0" destOrd="0" presId="urn:microsoft.com/office/officeart/2016/7/layout/LinearBlockProcessNumbered"/>
    <dgm:cxn modelId="{D91F5059-D79C-428A-A62B-86A17D16274B}" type="presParOf" srcId="{7E8F4823-D1A9-4D59-B3F4-A108295E2E42}" destId="{F318146A-C332-4DD8-985B-0D01166DA6A1}" srcOrd="1" destOrd="0" presId="urn:microsoft.com/office/officeart/2016/7/layout/LinearBlockProcessNumbered"/>
    <dgm:cxn modelId="{9C699983-9C1E-4D22-9A0F-D315E37D8299}" type="presParOf" srcId="{7E8F4823-D1A9-4D59-B3F4-A108295E2E42}" destId="{4FDCF382-9F21-4043-8E15-9995C2300795}" srcOrd="2" destOrd="0" presId="urn:microsoft.com/office/officeart/2016/7/layout/LinearBlockProcessNumbered"/>
    <dgm:cxn modelId="{77FCA724-6225-4D51-A9DC-98CD1635ED39}" type="presParOf" srcId="{14372162-0C79-40DE-A194-D57BDB1DEC38}" destId="{2D8D18B0-3D73-47BB-80EC-CFD23247FF05}" srcOrd="9" destOrd="0" presId="urn:microsoft.com/office/officeart/2016/7/layout/LinearBlockProcessNumbered"/>
    <dgm:cxn modelId="{CAD0CE5F-AF66-40D9-B8A6-04F84B33396C}" type="presParOf" srcId="{14372162-0C79-40DE-A194-D57BDB1DEC38}" destId="{A9750A33-88D5-4C9A-B133-1B06380C9EF5}" srcOrd="10" destOrd="0" presId="urn:microsoft.com/office/officeart/2016/7/layout/LinearBlockProcessNumbered"/>
    <dgm:cxn modelId="{A6A22AB8-546A-4B4B-8F51-8BFE4711702B}" type="presParOf" srcId="{A9750A33-88D5-4C9A-B133-1B06380C9EF5}" destId="{9373281A-075C-49AB-A8DC-32E0638C4194}" srcOrd="0" destOrd="0" presId="urn:microsoft.com/office/officeart/2016/7/layout/LinearBlockProcessNumbered"/>
    <dgm:cxn modelId="{AC33BDDD-A7BE-4B16-9713-CA0EBDEBB291}" type="presParOf" srcId="{A9750A33-88D5-4C9A-B133-1B06380C9EF5}" destId="{82175513-29CB-4B28-96CD-2B2A762D7137}" srcOrd="1" destOrd="0" presId="urn:microsoft.com/office/officeart/2016/7/layout/LinearBlockProcessNumbered"/>
    <dgm:cxn modelId="{E007FAA0-F9D9-431E-A676-028664660C6E}" type="presParOf" srcId="{A9750A33-88D5-4C9A-B133-1B06380C9EF5}" destId="{D5363E99-19E4-4741-A03C-ED160B974964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14EE21-01D3-426A-ACF4-A83C9FD1558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911442E-5717-45C2-B24E-2B53BFDAC1CB}">
      <dgm:prSet/>
      <dgm:spPr/>
      <dgm:t>
        <a:bodyPr/>
        <a:lstStyle/>
        <a:p>
          <a:r>
            <a:rPr lang="en-US" b="0" i="0" baseline="0"/>
            <a:t>Thuế TNCN là nghĩa vụ bắt buộc của người lao động</a:t>
          </a:r>
          <a:endParaRPr lang="en-US"/>
        </a:p>
      </dgm:t>
    </dgm:pt>
    <dgm:pt modelId="{D29022D7-3341-4BE9-B9C2-1BADBE4A94F8}" type="parTrans" cxnId="{DBFEE7A5-6C26-411D-858C-E6E01B6B4726}">
      <dgm:prSet/>
      <dgm:spPr/>
      <dgm:t>
        <a:bodyPr/>
        <a:lstStyle/>
        <a:p>
          <a:endParaRPr lang="en-US"/>
        </a:p>
      </dgm:t>
    </dgm:pt>
    <dgm:pt modelId="{BD5EAFAB-5F86-403D-88B7-34970702A8F5}" type="sibTrans" cxnId="{DBFEE7A5-6C26-411D-858C-E6E01B6B4726}">
      <dgm:prSet/>
      <dgm:spPr/>
      <dgm:t>
        <a:bodyPr/>
        <a:lstStyle/>
        <a:p>
          <a:endParaRPr lang="en-US"/>
        </a:p>
      </dgm:t>
    </dgm:pt>
    <dgm:pt modelId="{64B41496-8197-4D4D-B999-14E9F7F4541C}">
      <dgm:prSet/>
      <dgm:spPr/>
      <dgm:t>
        <a:bodyPr/>
        <a:lstStyle/>
        <a:p>
          <a:r>
            <a:rPr lang="en-US" b="0" i="0" baseline="0"/>
            <a:t>Việc tính thủ công dễ xảy ra sai sót</a:t>
          </a:r>
          <a:endParaRPr lang="en-US"/>
        </a:p>
      </dgm:t>
    </dgm:pt>
    <dgm:pt modelId="{4A251F7E-3924-4BE7-846A-9D7950F290D6}" type="parTrans" cxnId="{3D6847AB-8915-41BF-8B86-6BDD98C1B3A7}">
      <dgm:prSet/>
      <dgm:spPr/>
      <dgm:t>
        <a:bodyPr/>
        <a:lstStyle/>
        <a:p>
          <a:endParaRPr lang="en-US"/>
        </a:p>
      </dgm:t>
    </dgm:pt>
    <dgm:pt modelId="{0465B2C4-5CA2-4BFE-9FB4-97385D39D9F1}" type="sibTrans" cxnId="{3D6847AB-8915-41BF-8B86-6BDD98C1B3A7}">
      <dgm:prSet/>
      <dgm:spPr/>
      <dgm:t>
        <a:bodyPr/>
        <a:lstStyle/>
        <a:p>
          <a:endParaRPr lang="en-US"/>
        </a:p>
      </dgm:t>
    </dgm:pt>
    <dgm:pt modelId="{A37CFD3C-CAE7-4678-9786-CF1E9F02A914}">
      <dgm:prSet/>
      <dgm:spPr/>
      <dgm:t>
        <a:bodyPr/>
        <a:lstStyle/>
        <a:p>
          <a:r>
            <a:rPr lang="en-US" b="0" i="0" baseline="0"/>
            <a:t>Phần mềm giúp tính thuế chính xác và nhanh chóng</a:t>
          </a:r>
          <a:endParaRPr lang="en-US"/>
        </a:p>
      </dgm:t>
    </dgm:pt>
    <dgm:pt modelId="{AC0E22A3-C72B-419D-AF37-D4CA2EF98343}" type="parTrans" cxnId="{817A19A3-BCBF-483F-B10D-06C921F76A70}">
      <dgm:prSet/>
      <dgm:spPr/>
      <dgm:t>
        <a:bodyPr/>
        <a:lstStyle/>
        <a:p>
          <a:endParaRPr lang="en-US"/>
        </a:p>
      </dgm:t>
    </dgm:pt>
    <dgm:pt modelId="{E99DF877-25D5-4F37-9272-0BDEFA16F60D}" type="sibTrans" cxnId="{817A19A3-BCBF-483F-B10D-06C921F76A70}">
      <dgm:prSet/>
      <dgm:spPr/>
      <dgm:t>
        <a:bodyPr/>
        <a:lstStyle/>
        <a:p>
          <a:endParaRPr lang="en-US"/>
        </a:p>
      </dgm:t>
    </dgm:pt>
    <dgm:pt modelId="{2117269A-01A4-4691-A48A-1E9885444065}" type="pres">
      <dgm:prSet presAssocID="{5C14EE21-01D3-426A-ACF4-A83C9FD15580}" presName="linear" presStyleCnt="0">
        <dgm:presLayoutVars>
          <dgm:animLvl val="lvl"/>
          <dgm:resizeHandles val="exact"/>
        </dgm:presLayoutVars>
      </dgm:prSet>
      <dgm:spPr/>
    </dgm:pt>
    <dgm:pt modelId="{76E9E01B-DB9A-4C6A-9E8F-F62DF6D129B4}" type="pres">
      <dgm:prSet presAssocID="{4911442E-5717-45C2-B24E-2B53BFDAC1C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504F6F9-C5B3-465F-9161-76EEAEC297EF}" type="pres">
      <dgm:prSet presAssocID="{BD5EAFAB-5F86-403D-88B7-34970702A8F5}" presName="spacer" presStyleCnt="0"/>
      <dgm:spPr/>
    </dgm:pt>
    <dgm:pt modelId="{B84A6AB7-A108-4C27-88AB-5053A4F28B10}" type="pres">
      <dgm:prSet presAssocID="{64B41496-8197-4D4D-B999-14E9F7F4541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6EEBF67-2560-455C-AF90-192558E21629}" type="pres">
      <dgm:prSet presAssocID="{0465B2C4-5CA2-4BFE-9FB4-97385D39D9F1}" presName="spacer" presStyleCnt="0"/>
      <dgm:spPr/>
    </dgm:pt>
    <dgm:pt modelId="{89686992-EAFA-4A8B-9BDA-7E1F6DBA8B78}" type="pres">
      <dgm:prSet presAssocID="{A37CFD3C-CAE7-4678-9786-CF1E9F02A91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4275F68-AF53-4676-9AA5-BD48AC7336D1}" type="presOf" srcId="{5C14EE21-01D3-426A-ACF4-A83C9FD15580}" destId="{2117269A-01A4-4691-A48A-1E9885444065}" srcOrd="0" destOrd="0" presId="urn:microsoft.com/office/officeart/2005/8/layout/vList2"/>
    <dgm:cxn modelId="{63988595-2E9E-4FEC-8C81-20475C202550}" type="presOf" srcId="{4911442E-5717-45C2-B24E-2B53BFDAC1CB}" destId="{76E9E01B-DB9A-4C6A-9E8F-F62DF6D129B4}" srcOrd="0" destOrd="0" presId="urn:microsoft.com/office/officeart/2005/8/layout/vList2"/>
    <dgm:cxn modelId="{817A19A3-BCBF-483F-B10D-06C921F76A70}" srcId="{5C14EE21-01D3-426A-ACF4-A83C9FD15580}" destId="{A37CFD3C-CAE7-4678-9786-CF1E9F02A914}" srcOrd="2" destOrd="0" parTransId="{AC0E22A3-C72B-419D-AF37-D4CA2EF98343}" sibTransId="{E99DF877-25D5-4F37-9272-0BDEFA16F60D}"/>
    <dgm:cxn modelId="{DBFEE7A5-6C26-411D-858C-E6E01B6B4726}" srcId="{5C14EE21-01D3-426A-ACF4-A83C9FD15580}" destId="{4911442E-5717-45C2-B24E-2B53BFDAC1CB}" srcOrd="0" destOrd="0" parTransId="{D29022D7-3341-4BE9-B9C2-1BADBE4A94F8}" sibTransId="{BD5EAFAB-5F86-403D-88B7-34970702A8F5}"/>
    <dgm:cxn modelId="{3D6847AB-8915-41BF-8B86-6BDD98C1B3A7}" srcId="{5C14EE21-01D3-426A-ACF4-A83C9FD15580}" destId="{64B41496-8197-4D4D-B999-14E9F7F4541C}" srcOrd="1" destOrd="0" parTransId="{4A251F7E-3924-4BE7-846A-9D7950F290D6}" sibTransId="{0465B2C4-5CA2-4BFE-9FB4-97385D39D9F1}"/>
    <dgm:cxn modelId="{4F32BEDA-692B-491F-A7C6-9EEC75F26CB4}" type="presOf" srcId="{A37CFD3C-CAE7-4678-9786-CF1E9F02A914}" destId="{89686992-EAFA-4A8B-9BDA-7E1F6DBA8B78}" srcOrd="0" destOrd="0" presId="urn:microsoft.com/office/officeart/2005/8/layout/vList2"/>
    <dgm:cxn modelId="{1AEA39FB-38DB-4661-9CCD-6FBD1B75A750}" type="presOf" srcId="{64B41496-8197-4D4D-B999-14E9F7F4541C}" destId="{B84A6AB7-A108-4C27-88AB-5053A4F28B10}" srcOrd="0" destOrd="0" presId="urn:microsoft.com/office/officeart/2005/8/layout/vList2"/>
    <dgm:cxn modelId="{FC47B76E-8B0B-4B03-86B4-DED7F491BFE9}" type="presParOf" srcId="{2117269A-01A4-4691-A48A-1E9885444065}" destId="{76E9E01B-DB9A-4C6A-9E8F-F62DF6D129B4}" srcOrd="0" destOrd="0" presId="urn:microsoft.com/office/officeart/2005/8/layout/vList2"/>
    <dgm:cxn modelId="{7CE5EF20-8923-48E5-9291-2EBB28CF5584}" type="presParOf" srcId="{2117269A-01A4-4691-A48A-1E9885444065}" destId="{D504F6F9-C5B3-465F-9161-76EEAEC297EF}" srcOrd="1" destOrd="0" presId="urn:microsoft.com/office/officeart/2005/8/layout/vList2"/>
    <dgm:cxn modelId="{AE9FE9BE-5AD4-46AA-8E3F-18A4BBC19002}" type="presParOf" srcId="{2117269A-01A4-4691-A48A-1E9885444065}" destId="{B84A6AB7-A108-4C27-88AB-5053A4F28B10}" srcOrd="2" destOrd="0" presId="urn:microsoft.com/office/officeart/2005/8/layout/vList2"/>
    <dgm:cxn modelId="{FE00E564-6E5C-45C1-AB0C-38B7434530B7}" type="presParOf" srcId="{2117269A-01A4-4691-A48A-1E9885444065}" destId="{36EEBF67-2560-455C-AF90-192558E21629}" srcOrd="3" destOrd="0" presId="urn:microsoft.com/office/officeart/2005/8/layout/vList2"/>
    <dgm:cxn modelId="{BFD2E776-7BCE-4A75-A57F-578CEB9D3BAC}" type="presParOf" srcId="{2117269A-01A4-4691-A48A-1E9885444065}" destId="{89686992-EAFA-4A8B-9BDA-7E1F6DBA8B7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DA2435-A8C7-4BDB-B3B6-384DCFDBC54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3EAF0A3-982C-4C30-80B0-EDA641857FE7}">
      <dgm:prSet/>
      <dgm:spPr/>
      <dgm:t>
        <a:bodyPr/>
        <a:lstStyle/>
        <a:p>
          <a:r>
            <a:rPr lang="vi-VN"/>
            <a:t>Thiết lập mức giảm trừ thuế</a:t>
          </a:r>
          <a:endParaRPr lang="en-US"/>
        </a:p>
      </dgm:t>
    </dgm:pt>
    <dgm:pt modelId="{FECF6E86-5549-45D0-BDA3-08E3902FECC4}" type="parTrans" cxnId="{378C2590-0AFB-4721-83E8-A82315DCC645}">
      <dgm:prSet/>
      <dgm:spPr/>
      <dgm:t>
        <a:bodyPr/>
        <a:lstStyle/>
        <a:p>
          <a:endParaRPr lang="en-US"/>
        </a:p>
      </dgm:t>
    </dgm:pt>
    <dgm:pt modelId="{87DB1DE6-EE33-42B3-AD51-6CA34AD4F3CF}" type="sibTrans" cxnId="{378C2590-0AFB-4721-83E8-A82315DCC645}">
      <dgm:prSet/>
      <dgm:spPr/>
      <dgm:t>
        <a:bodyPr/>
        <a:lstStyle/>
        <a:p>
          <a:endParaRPr lang="en-US"/>
        </a:p>
      </dgm:t>
    </dgm:pt>
    <dgm:pt modelId="{A37369EB-7CEA-49EF-AF41-88973DC5EB74}">
      <dgm:prSet/>
      <dgm:spPr/>
      <dgm:t>
        <a:bodyPr/>
        <a:lstStyle/>
        <a:p>
          <a:r>
            <a:rPr lang="vi-VN"/>
            <a:t>Nhập thông tin người lao động</a:t>
          </a:r>
          <a:endParaRPr lang="en-US"/>
        </a:p>
      </dgm:t>
    </dgm:pt>
    <dgm:pt modelId="{52C68F47-8287-4F4C-ACC7-2F09FF0CD355}" type="parTrans" cxnId="{1559ABF8-FEA7-4ADB-8777-AF7AE52445A0}">
      <dgm:prSet/>
      <dgm:spPr/>
      <dgm:t>
        <a:bodyPr/>
        <a:lstStyle/>
        <a:p>
          <a:endParaRPr lang="en-US"/>
        </a:p>
      </dgm:t>
    </dgm:pt>
    <dgm:pt modelId="{4B692FBE-54E4-4FE9-8BF7-A23A51E66B8E}" type="sibTrans" cxnId="{1559ABF8-FEA7-4ADB-8777-AF7AE52445A0}">
      <dgm:prSet/>
      <dgm:spPr/>
      <dgm:t>
        <a:bodyPr/>
        <a:lstStyle/>
        <a:p>
          <a:endParaRPr lang="en-US"/>
        </a:p>
      </dgm:t>
    </dgm:pt>
    <dgm:pt modelId="{C7677403-18BE-493E-A741-09CB93B64BA0}">
      <dgm:prSet/>
      <dgm:spPr/>
      <dgm:t>
        <a:bodyPr/>
        <a:lstStyle/>
        <a:p>
          <a:r>
            <a:rPr lang="vi-VN"/>
            <a:t>Nhập thu nhập từng tháng</a:t>
          </a:r>
          <a:endParaRPr lang="en-US"/>
        </a:p>
      </dgm:t>
    </dgm:pt>
    <dgm:pt modelId="{57C0FD31-7F97-4EB6-AFC2-EA6284A4C209}" type="parTrans" cxnId="{BFE4FCE2-DC82-4EF0-8E93-202DBAA1D2FF}">
      <dgm:prSet/>
      <dgm:spPr/>
      <dgm:t>
        <a:bodyPr/>
        <a:lstStyle/>
        <a:p>
          <a:endParaRPr lang="en-US"/>
        </a:p>
      </dgm:t>
    </dgm:pt>
    <dgm:pt modelId="{82161F1F-1DC9-4065-A5E3-06E4D402943B}" type="sibTrans" cxnId="{BFE4FCE2-DC82-4EF0-8E93-202DBAA1D2FF}">
      <dgm:prSet/>
      <dgm:spPr/>
      <dgm:t>
        <a:bodyPr/>
        <a:lstStyle/>
        <a:p>
          <a:endParaRPr lang="en-US"/>
        </a:p>
      </dgm:t>
    </dgm:pt>
    <dgm:pt modelId="{71A19580-1856-41FF-A584-A6A67E980302}">
      <dgm:prSet/>
      <dgm:spPr/>
      <dgm:t>
        <a:bodyPr/>
        <a:lstStyle/>
        <a:p>
          <a:r>
            <a:rPr lang="vi-VN"/>
            <a:t>Tính thuế TNCN theo tháng</a:t>
          </a:r>
          <a:endParaRPr lang="en-US"/>
        </a:p>
      </dgm:t>
    </dgm:pt>
    <dgm:pt modelId="{1E92FBCD-8B17-4C6F-9A45-BB15A795C6B2}" type="parTrans" cxnId="{B3BE7B6B-425C-402E-ADD8-80519FD026F0}">
      <dgm:prSet/>
      <dgm:spPr/>
      <dgm:t>
        <a:bodyPr/>
        <a:lstStyle/>
        <a:p>
          <a:endParaRPr lang="en-US"/>
        </a:p>
      </dgm:t>
    </dgm:pt>
    <dgm:pt modelId="{31CEB2D0-0740-4BF3-BBBD-825CA770D25C}" type="sibTrans" cxnId="{B3BE7B6B-425C-402E-ADD8-80519FD026F0}">
      <dgm:prSet/>
      <dgm:spPr/>
      <dgm:t>
        <a:bodyPr/>
        <a:lstStyle/>
        <a:p>
          <a:endParaRPr lang="en-US"/>
        </a:p>
      </dgm:t>
    </dgm:pt>
    <dgm:pt modelId="{894A760B-2165-4CB0-9C23-486F298CC252}">
      <dgm:prSet/>
      <dgm:spPr/>
      <dgm:t>
        <a:bodyPr/>
        <a:lstStyle/>
        <a:p>
          <a:r>
            <a:rPr lang="vi-VN"/>
            <a:t>Quyết toán thuế cả năm</a:t>
          </a:r>
          <a:endParaRPr lang="en-US"/>
        </a:p>
      </dgm:t>
    </dgm:pt>
    <dgm:pt modelId="{BF1C402F-F583-4D9E-95DE-1D2E5BCE7D72}" type="parTrans" cxnId="{DFD1603E-3689-4A34-813F-A3E73847446E}">
      <dgm:prSet/>
      <dgm:spPr/>
      <dgm:t>
        <a:bodyPr/>
        <a:lstStyle/>
        <a:p>
          <a:endParaRPr lang="en-US"/>
        </a:p>
      </dgm:t>
    </dgm:pt>
    <dgm:pt modelId="{7F51703B-7389-45EA-9261-B1A320244D56}" type="sibTrans" cxnId="{DFD1603E-3689-4A34-813F-A3E73847446E}">
      <dgm:prSet/>
      <dgm:spPr/>
      <dgm:t>
        <a:bodyPr/>
        <a:lstStyle/>
        <a:p>
          <a:endParaRPr lang="en-US"/>
        </a:p>
      </dgm:t>
    </dgm:pt>
    <dgm:pt modelId="{08087651-8026-42BA-8A5F-734605CCEFCB}" type="pres">
      <dgm:prSet presAssocID="{1DDA2435-A8C7-4BDB-B3B6-384DCFDBC541}" presName="vert0" presStyleCnt="0">
        <dgm:presLayoutVars>
          <dgm:dir/>
          <dgm:animOne val="branch"/>
          <dgm:animLvl val="lvl"/>
        </dgm:presLayoutVars>
      </dgm:prSet>
      <dgm:spPr/>
    </dgm:pt>
    <dgm:pt modelId="{D3AD7DBF-36F5-41A2-9E91-93D5C7D44457}" type="pres">
      <dgm:prSet presAssocID="{53EAF0A3-982C-4C30-80B0-EDA641857FE7}" presName="thickLine" presStyleLbl="alignNode1" presStyleIdx="0" presStyleCnt="5"/>
      <dgm:spPr/>
    </dgm:pt>
    <dgm:pt modelId="{BD8E2AB0-A45D-440A-932C-E1C0E17F6FD9}" type="pres">
      <dgm:prSet presAssocID="{53EAF0A3-982C-4C30-80B0-EDA641857FE7}" presName="horz1" presStyleCnt="0"/>
      <dgm:spPr/>
    </dgm:pt>
    <dgm:pt modelId="{C715058D-284F-4210-8D9F-06A80CA41184}" type="pres">
      <dgm:prSet presAssocID="{53EAF0A3-982C-4C30-80B0-EDA641857FE7}" presName="tx1" presStyleLbl="revTx" presStyleIdx="0" presStyleCnt="5"/>
      <dgm:spPr/>
    </dgm:pt>
    <dgm:pt modelId="{16F3DDF5-34F0-4A90-B7CA-D80D12C25FD5}" type="pres">
      <dgm:prSet presAssocID="{53EAF0A3-982C-4C30-80B0-EDA641857FE7}" presName="vert1" presStyleCnt="0"/>
      <dgm:spPr/>
    </dgm:pt>
    <dgm:pt modelId="{DF36B69D-30EC-45B1-8733-53C8C17F6909}" type="pres">
      <dgm:prSet presAssocID="{A37369EB-7CEA-49EF-AF41-88973DC5EB74}" presName="thickLine" presStyleLbl="alignNode1" presStyleIdx="1" presStyleCnt="5"/>
      <dgm:spPr/>
    </dgm:pt>
    <dgm:pt modelId="{206C4A48-3E70-4B30-9F3F-B92902AD6FB3}" type="pres">
      <dgm:prSet presAssocID="{A37369EB-7CEA-49EF-AF41-88973DC5EB74}" presName="horz1" presStyleCnt="0"/>
      <dgm:spPr/>
    </dgm:pt>
    <dgm:pt modelId="{F51B2658-FFB1-45F9-91FF-3DBFEEAAD09A}" type="pres">
      <dgm:prSet presAssocID="{A37369EB-7CEA-49EF-AF41-88973DC5EB74}" presName="tx1" presStyleLbl="revTx" presStyleIdx="1" presStyleCnt="5"/>
      <dgm:spPr/>
    </dgm:pt>
    <dgm:pt modelId="{E676BC8D-4DBE-42C8-8BB6-88C0E5A923BE}" type="pres">
      <dgm:prSet presAssocID="{A37369EB-7CEA-49EF-AF41-88973DC5EB74}" presName="vert1" presStyleCnt="0"/>
      <dgm:spPr/>
    </dgm:pt>
    <dgm:pt modelId="{DAF36FE0-A3F6-44EA-A0F3-FA2460679053}" type="pres">
      <dgm:prSet presAssocID="{C7677403-18BE-493E-A741-09CB93B64BA0}" presName="thickLine" presStyleLbl="alignNode1" presStyleIdx="2" presStyleCnt="5"/>
      <dgm:spPr/>
    </dgm:pt>
    <dgm:pt modelId="{F57B1B5C-4FF6-413F-95EE-9DB7B30691DD}" type="pres">
      <dgm:prSet presAssocID="{C7677403-18BE-493E-A741-09CB93B64BA0}" presName="horz1" presStyleCnt="0"/>
      <dgm:spPr/>
    </dgm:pt>
    <dgm:pt modelId="{FB7F611B-B46E-46D8-B122-585677CDAF23}" type="pres">
      <dgm:prSet presAssocID="{C7677403-18BE-493E-A741-09CB93B64BA0}" presName="tx1" presStyleLbl="revTx" presStyleIdx="2" presStyleCnt="5"/>
      <dgm:spPr/>
    </dgm:pt>
    <dgm:pt modelId="{A2F53773-D937-4DA9-88CC-39F630D24D0C}" type="pres">
      <dgm:prSet presAssocID="{C7677403-18BE-493E-A741-09CB93B64BA0}" presName="vert1" presStyleCnt="0"/>
      <dgm:spPr/>
    </dgm:pt>
    <dgm:pt modelId="{A82A23FF-F5A6-48E9-A485-0FCC763A01DB}" type="pres">
      <dgm:prSet presAssocID="{71A19580-1856-41FF-A584-A6A67E980302}" presName="thickLine" presStyleLbl="alignNode1" presStyleIdx="3" presStyleCnt="5"/>
      <dgm:spPr/>
    </dgm:pt>
    <dgm:pt modelId="{640E15B6-5AA2-451C-A3B7-7AB3FE0F2AE5}" type="pres">
      <dgm:prSet presAssocID="{71A19580-1856-41FF-A584-A6A67E980302}" presName="horz1" presStyleCnt="0"/>
      <dgm:spPr/>
    </dgm:pt>
    <dgm:pt modelId="{8C04DDCF-C016-4039-A62C-10C35385899B}" type="pres">
      <dgm:prSet presAssocID="{71A19580-1856-41FF-A584-A6A67E980302}" presName="tx1" presStyleLbl="revTx" presStyleIdx="3" presStyleCnt="5"/>
      <dgm:spPr/>
    </dgm:pt>
    <dgm:pt modelId="{47DAEC62-43C0-4766-B45D-0A2085838313}" type="pres">
      <dgm:prSet presAssocID="{71A19580-1856-41FF-A584-A6A67E980302}" presName="vert1" presStyleCnt="0"/>
      <dgm:spPr/>
    </dgm:pt>
    <dgm:pt modelId="{3F760456-6AE5-4E64-800F-2D5E3B69C671}" type="pres">
      <dgm:prSet presAssocID="{894A760B-2165-4CB0-9C23-486F298CC252}" presName="thickLine" presStyleLbl="alignNode1" presStyleIdx="4" presStyleCnt="5"/>
      <dgm:spPr/>
    </dgm:pt>
    <dgm:pt modelId="{67AE970E-FA17-415B-B6AC-0F8D9C6A9CD6}" type="pres">
      <dgm:prSet presAssocID="{894A760B-2165-4CB0-9C23-486F298CC252}" presName="horz1" presStyleCnt="0"/>
      <dgm:spPr/>
    </dgm:pt>
    <dgm:pt modelId="{7C0A8065-AD4A-4B14-A2A6-399B61137DDA}" type="pres">
      <dgm:prSet presAssocID="{894A760B-2165-4CB0-9C23-486F298CC252}" presName="tx1" presStyleLbl="revTx" presStyleIdx="4" presStyleCnt="5"/>
      <dgm:spPr/>
    </dgm:pt>
    <dgm:pt modelId="{7AC0073F-CCDC-419A-A9A1-FE9379F48851}" type="pres">
      <dgm:prSet presAssocID="{894A760B-2165-4CB0-9C23-486F298CC252}" presName="vert1" presStyleCnt="0"/>
      <dgm:spPr/>
    </dgm:pt>
  </dgm:ptLst>
  <dgm:cxnLst>
    <dgm:cxn modelId="{C1173000-9030-4B79-B27E-D4C4BAAE0EE6}" type="presOf" srcId="{71A19580-1856-41FF-A584-A6A67E980302}" destId="{8C04DDCF-C016-4039-A62C-10C35385899B}" srcOrd="0" destOrd="0" presId="urn:microsoft.com/office/officeart/2008/layout/LinedList"/>
    <dgm:cxn modelId="{1D9CD301-B1D0-46F1-8E28-C1EE687B2F24}" type="presOf" srcId="{A37369EB-7CEA-49EF-AF41-88973DC5EB74}" destId="{F51B2658-FFB1-45F9-91FF-3DBFEEAAD09A}" srcOrd="0" destOrd="0" presId="urn:microsoft.com/office/officeart/2008/layout/LinedList"/>
    <dgm:cxn modelId="{B647C73C-9826-42AA-9653-1F73B071A147}" type="presOf" srcId="{C7677403-18BE-493E-A741-09CB93B64BA0}" destId="{FB7F611B-B46E-46D8-B122-585677CDAF23}" srcOrd="0" destOrd="0" presId="urn:microsoft.com/office/officeart/2008/layout/LinedList"/>
    <dgm:cxn modelId="{DFD1603E-3689-4A34-813F-A3E73847446E}" srcId="{1DDA2435-A8C7-4BDB-B3B6-384DCFDBC541}" destId="{894A760B-2165-4CB0-9C23-486F298CC252}" srcOrd="4" destOrd="0" parTransId="{BF1C402F-F583-4D9E-95DE-1D2E5BCE7D72}" sibTransId="{7F51703B-7389-45EA-9261-B1A320244D56}"/>
    <dgm:cxn modelId="{B3BE7B6B-425C-402E-ADD8-80519FD026F0}" srcId="{1DDA2435-A8C7-4BDB-B3B6-384DCFDBC541}" destId="{71A19580-1856-41FF-A584-A6A67E980302}" srcOrd="3" destOrd="0" parTransId="{1E92FBCD-8B17-4C6F-9A45-BB15A795C6B2}" sibTransId="{31CEB2D0-0740-4BF3-BBBD-825CA770D25C}"/>
    <dgm:cxn modelId="{378C2590-0AFB-4721-83E8-A82315DCC645}" srcId="{1DDA2435-A8C7-4BDB-B3B6-384DCFDBC541}" destId="{53EAF0A3-982C-4C30-80B0-EDA641857FE7}" srcOrd="0" destOrd="0" parTransId="{FECF6E86-5549-45D0-BDA3-08E3902FECC4}" sibTransId="{87DB1DE6-EE33-42B3-AD51-6CA34AD4F3CF}"/>
    <dgm:cxn modelId="{2169F0C2-B6D9-4113-B5B2-86A1AE9EF35E}" type="presOf" srcId="{53EAF0A3-982C-4C30-80B0-EDA641857FE7}" destId="{C715058D-284F-4210-8D9F-06A80CA41184}" srcOrd="0" destOrd="0" presId="urn:microsoft.com/office/officeart/2008/layout/LinedList"/>
    <dgm:cxn modelId="{BFE4FCE2-DC82-4EF0-8E93-202DBAA1D2FF}" srcId="{1DDA2435-A8C7-4BDB-B3B6-384DCFDBC541}" destId="{C7677403-18BE-493E-A741-09CB93B64BA0}" srcOrd="2" destOrd="0" parTransId="{57C0FD31-7F97-4EB6-AFC2-EA6284A4C209}" sibTransId="{82161F1F-1DC9-4065-A5E3-06E4D402943B}"/>
    <dgm:cxn modelId="{A5493DED-B93C-48C9-8328-7D17AD78C2BF}" type="presOf" srcId="{1DDA2435-A8C7-4BDB-B3B6-384DCFDBC541}" destId="{08087651-8026-42BA-8A5F-734605CCEFCB}" srcOrd="0" destOrd="0" presId="urn:microsoft.com/office/officeart/2008/layout/LinedList"/>
    <dgm:cxn modelId="{1559ABF8-FEA7-4ADB-8777-AF7AE52445A0}" srcId="{1DDA2435-A8C7-4BDB-B3B6-384DCFDBC541}" destId="{A37369EB-7CEA-49EF-AF41-88973DC5EB74}" srcOrd="1" destOrd="0" parTransId="{52C68F47-8287-4F4C-ACC7-2F09FF0CD355}" sibTransId="{4B692FBE-54E4-4FE9-8BF7-A23A51E66B8E}"/>
    <dgm:cxn modelId="{4D2832F9-7AC1-472A-AF0E-71D7A4107CDF}" type="presOf" srcId="{894A760B-2165-4CB0-9C23-486F298CC252}" destId="{7C0A8065-AD4A-4B14-A2A6-399B61137DDA}" srcOrd="0" destOrd="0" presId="urn:microsoft.com/office/officeart/2008/layout/LinedList"/>
    <dgm:cxn modelId="{482E5BDE-C789-4C6D-B0AB-D02AE51D93F0}" type="presParOf" srcId="{08087651-8026-42BA-8A5F-734605CCEFCB}" destId="{D3AD7DBF-36F5-41A2-9E91-93D5C7D44457}" srcOrd="0" destOrd="0" presId="urn:microsoft.com/office/officeart/2008/layout/LinedList"/>
    <dgm:cxn modelId="{CB98EC7A-1E43-44EF-94EE-C64C0B08F0D1}" type="presParOf" srcId="{08087651-8026-42BA-8A5F-734605CCEFCB}" destId="{BD8E2AB0-A45D-440A-932C-E1C0E17F6FD9}" srcOrd="1" destOrd="0" presId="urn:microsoft.com/office/officeart/2008/layout/LinedList"/>
    <dgm:cxn modelId="{1367B8CC-2388-40A4-9598-C32463CF490D}" type="presParOf" srcId="{BD8E2AB0-A45D-440A-932C-E1C0E17F6FD9}" destId="{C715058D-284F-4210-8D9F-06A80CA41184}" srcOrd="0" destOrd="0" presId="urn:microsoft.com/office/officeart/2008/layout/LinedList"/>
    <dgm:cxn modelId="{192655A3-7356-4FE1-B367-908E1A55BEB7}" type="presParOf" srcId="{BD8E2AB0-A45D-440A-932C-E1C0E17F6FD9}" destId="{16F3DDF5-34F0-4A90-B7CA-D80D12C25FD5}" srcOrd="1" destOrd="0" presId="urn:microsoft.com/office/officeart/2008/layout/LinedList"/>
    <dgm:cxn modelId="{C7849793-E827-41B6-9F11-0D32322FBE63}" type="presParOf" srcId="{08087651-8026-42BA-8A5F-734605CCEFCB}" destId="{DF36B69D-30EC-45B1-8733-53C8C17F6909}" srcOrd="2" destOrd="0" presId="urn:microsoft.com/office/officeart/2008/layout/LinedList"/>
    <dgm:cxn modelId="{195EC14B-EC97-489D-A908-108CF4F0428F}" type="presParOf" srcId="{08087651-8026-42BA-8A5F-734605CCEFCB}" destId="{206C4A48-3E70-4B30-9F3F-B92902AD6FB3}" srcOrd="3" destOrd="0" presId="urn:microsoft.com/office/officeart/2008/layout/LinedList"/>
    <dgm:cxn modelId="{7AD976C5-8D78-4CFB-91C4-70856F867FFA}" type="presParOf" srcId="{206C4A48-3E70-4B30-9F3F-B92902AD6FB3}" destId="{F51B2658-FFB1-45F9-91FF-3DBFEEAAD09A}" srcOrd="0" destOrd="0" presId="urn:microsoft.com/office/officeart/2008/layout/LinedList"/>
    <dgm:cxn modelId="{2E053904-08AC-433A-9DC1-C11732BB3D98}" type="presParOf" srcId="{206C4A48-3E70-4B30-9F3F-B92902AD6FB3}" destId="{E676BC8D-4DBE-42C8-8BB6-88C0E5A923BE}" srcOrd="1" destOrd="0" presId="urn:microsoft.com/office/officeart/2008/layout/LinedList"/>
    <dgm:cxn modelId="{DE00006F-D867-49C9-9235-31907EF97EBB}" type="presParOf" srcId="{08087651-8026-42BA-8A5F-734605CCEFCB}" destId="{DAF36FE0-A3F6-44EA-A0F3-FA2460679053}" srcOrd="4" destOrd="0" presId="urn:microsoft.com/office/officeart/2008/layout/LinedList"/>
    <dgm:cxn modelId="{1634F1B6-C35F-46C5-802D-D802C42D5E80}" type="presParOf" srcId="{08087651-8026-42BA-8A5F-734605CCEFCB}" destId="{F57B1B5C-4FF6-413F-95EE-9DB7B30691DD}" srcOrd="5" destOrd="0" presId="urn:microsoft.com/office/officeart/2008/layout/LinedList"/>
    <dgm:cxn modelId="{F95332AE-C20D-46E1-B0B3-34AB8EE3B20D}" type="presParOf" srcId="{F57B1B5C-4FF6-413F-95EE-9DB7B30691DD}" destId="{FB7F611B-B46E-46D8-B122-585677CDAF23}" srcOrd="0" destOrd="0" presId="urn:microsoft.com/office/officeart/2008/layout/LinedList"/>
    <dgm:cxn modelId="{0FB30694-67A1-4DCA-A9DB-86C10DE70FAA}" type="presParOf" srcId="{F57B1B5C-4FF6-413F-95EE-9DB7B30691DD}" destId="{A2F53773-D937-4DA9-88CC-39F630D24D0C}" srcOrd="1" destOrd="0" presId="urn:microsoft.com/office/officeart/2008/layout/LinedList"/>
    <dgm:cxn modelId="{6D48D398-7393-41EB-B07C-45B43FF40E09}" type="presParOf" srcId="{08087651-8026-42BA-8A5F-734605CCEFCB}" destId="{A82A23FF-F5A6-48E9-A485-0FCC763A01DB}" srcOrd="6" destOrd="0" presId="urn:microsoft.com/office/officeart/2008/layout/LinedList"/>
    <dgm:cxn modelId="{0E35BA99-B070-40C7-927C-A5361094C0F4}" type="presParOf" srcId="{08087651-8026-42BA-8A5F-734605CCEFCB}" destId="{640E15B6-5AA2-451C-A3B7-7AB3FE0F2AE5}" srcOrd="7" destOrd="0" presId="urn:microsoft.com/office/officeart/2008/layout/LinedList"/>
    <dgm:cxn modelId="{6BB11AAD-7135-4A7A-9378-19D17C77339E}" type="presParOf" srcId="{640E15B6-5AA2-451C-A3B7-7AB3FE0F2AE5}" destId="{8C04DDCF-C016-4039-A62C-10C35385899B}" srcOrd="0" destOrd="0" presId="urn:microsoft.com/office/officeart/2008/layout/LinedList"/>
    <dgm:cxn modelId="{D85A0A20-ED1C-4DEE-8848-F768CEFD4922}" type="presParOf" srcId="{640E15B6-5AA2-451C-A3B7-7AB3FE0F2AE5}" destId="{47DAEC62-43C0-4766-B45D-0A2085838313}" srcOrd="1" destOrd="0" presId="urn:microsoft.com/office/officeart/2008/layout/LinedList"/>
    <dgm:cxn modelId="{7D7038DD-FE37-485F-830D-CFE3C8AE699B}" type="presParOf" srcId="{08087651-8026-42BA-8A5F-734605CCEFCB}" destId="{3F760456-6AE5-4E64-800F-2D5E3B69C671}" srcOrd="8" destOrd="0" presId="urn:microsoft.com/office/officeart/2008/layout/LinedList"/>
    <dgm:cxn modelId="{7C199DB7-42CD-4573-B357-41F9D01BE5D7}" type="presParOf" srcId="{08087651-8026-42BA-8A5F-734605CCEFCB}" destId="{67AE970E-FA17-415B-B6AC-0F8D9C6A9CD6}" srcOrd="9" destOrd="0" presId="urn:microsoft.com/office/officeart/2008/layout/LinedList"/>
    <dgm:cxn modelId="{C760A5B0-12A0-4F7D-ACE6-25F408AD6AC1}" type="presParOf" srcId="{67AE970E-FA17-415B-B6AC-0F8D9C6A9CD6}" destId="{7C0A8065-AD4A-4B14-A2A6-399B61137DDA}" srcOrd="0" destOrd="0" presId="urn:microsoft.com/office/officeart/2008/layout/LinedList"/>
    <dgm:cxn modelId="{C4A9779C-E4CE-4F43-AFBC-B9756234FEF1}" type="presParOf" srcId="{67AE970E-FA17-415B-B6AC-0F8D9C6A9CD6}" destId="{7AC0073F-CCDC-419A-A9A1-FE9379F4885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9BA21E-603D-4CC1-9682-A5E551834014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116CDBE-A796-475F-B3D8-EAE12765CE0C}">
      <dgm:prSet/>
      <dgm:spPr/>
      <dgm:t>
        <a:bodyPr/>
        <a:lstStyle/>
        <a:p>
          <a:r>
            <a:rPr lang="vi-VN"/>
            <a:t>Thu nhập tính thuế =</a:t>
          </a:r>
          <a:br>
            <a:rPr lang="vi-VN"/>
          </a:br>
          <a:r>
            <a:rPr lang="vi-VN"/>
            <a:t>Thu nhập – Giảm trừ bản thân – (Giảm trừ người phụ thuộc × Số NPT)</a:t>
          </a:r>
          <a:endParaRPr lang="en-US"/>
        </a:p>
      </dgm:t>
    </dgm:pt>
    <dgm:pt modelId="{E9A92CEF-5EC9-4B62-A294-A94698428C0D}" type="parTrans" cxnId="{D77B2451-6E5D-47CE-993C-F413DCA897C9}">
      <dgm:prSet/>
      <dgm:spPr/>
      <dgm:t>
        <a:bodyPr/>
        <a:lstStyle/>
        <a:p>
          <a:endParaRPr lang="en-US"/>
        </a:p>
      </dgm:t>
    </dgm:pt>
    <dgm:pt modelId="{DFB11B91-73DF-499F-848C-435AACFE0AEA}" type="sibTrans" cxnId="{D77B2451-6E5D-47CE-993C-F413DCA897C9}">
      <dgm:prSet/>
      <dgm:spPr/>
      <dgm:t>
        <a:bodyPr/>
        <a:lstStyle/>
        <a:p>
          <a:endParaRPr lang="en-US"/>
        </a:p>
      </dgm:t>
    </dgm:pt>
    <dgm:pt modelId="{5861F58C-4682-4168-929A-4B567FFADE81}">
      <dgm:prSet/>
      <dgm:spPr/>
      <dgm:t>
        <a:bodyPr/>
        <a:lstStyle/>
        <a:p>
          <a:r>
            <a:rPr lang="vi-VN"/>
            <a:t>Giảm trừ bản thân: 11.000.000 VND/tháng</a:t>
          </a:r>
          <a:endParaRPr lang="en-US"/>
        </a:p>
      </dgm:t>
    </dgm:pt>
    <dgm:pt modelId="{6D33332C-9880-4AB5-B6D4-20E01B45492D}" type="parTrans" cxnId="{0F8B1267-F660-4E83-B376-AC38BE559F95}">
      <dgm:prSet/>
      <dgm:spPr/>
      <dgm:t>
        <a:bodyPr/>
        <a:lstStyle/>
        <a:p>
          <a:endParaRPr lang="en-US"/>
        </a:p>
      </dgm:t>
    </dgm:pt>
    <dgm:pt modelId="{A8CB11F1-F8F0-44E3-8BEB-83500AA4E8DA}" type="sibTrans" cxnId="{0F8B1267-F660-4E83-B376-AC38BE559F95}">
      <dgm:prSet/>
      <dgm:spPr/>
      <dgm:t>
        <a:bodyPr/>
        <a:lstStyle/>
        <a:p>
          <a:endParaRPr lang="en-US"/>
        </a:p>
      </dgm:t>
    </dgm:pt>
    <dgm:pt modelId="{2EE66C51-87AF-4799-A250-B3D788DA8285}">
      <dgm:prSet/>
      <dgm:spPr/>
      <dgm:t>
        <a:bodyPr/>
        <a:lstStyle/>
        <a:p>
          <a:r>
            <a:rPr lang="vi-VN"/>
            <a:t>Giảm trừ người phụ thuộc: 4.400.000 VND/tháng</a:t>
          </a:r>
          <a:endParaRPr lang="en-US"/>
        </a:p>
      </dgm:t>
    </dgm:pt>
    <dgm:pt modelId="{CE7BCB3D-CDBF-4F23-A053-1EB4BAD900FB}" type="parTrans" cxnId="{95747E14-428E-4B89-A979-F8A09F7C41A8}">
      <dgm:prSet/>
      <dgm:spPr/>
      <dgm:t>
        <a:bodyPr/>
        <a:lstStyle/>
        <a:p>
          <a:endParaRPr lang="en-US"/>
        </a:p>
      </dgm:t>
    </dgm:pt>
    <dgm:pt modelId="{F5B01A80-A47E-441C-98FB-3B9356001FBC}" type="sibTrans" cxnId="{95747E14-428E-4B89-A979-F8A09F7C41A8}">
      <dgm:prSet/>
      <dgm:spPr/>
      <dgm:t>
        <a:bodyPr/>
        <a:lstStyle/>
        <a:p>
          <a:endParaRPr lang="en-US"/>
        </a:p>
      </dgm:t>
    </dgm:pt>
    <dgm:pt modelId="{A2EF1FF7-8F08-48C0-9D4A-27A8CA5C5BD2}" type="pres">
      <dgm:prSet presAssocID="{959BA21E-603D-4CC1-9682-A5E551834014}" presName="Name0" presStyleCnt="0">
        <dgm:presLayoutVars>
          <dgm:dir/>
          <dgm:animLvl val="lvl"/>
          <dgm:resizeHandles val="exact"/>
        </dgm:presLayoutVars>
      </dgm:prSet>
      <dgm:spPr/>
    </dgm:pt>
    <dgm:pt modelId="{CFAE2A54-05F6-4662-9217-17A849F45878}" type="pres">
      <dgm:prSet presAssocID="{F116CDBE-A796-475F-B3D8-EAE12765CE0C}" presName="linNode" presStyleCnt="0"/>
      <dgm:spPr/>
    </dgm:pt>
    <dgm:pt modelId="{B3DF81F4-FBBE-4020-AFAC-78F53B865457}" type="pres">
      <dgm:prSet presAssocID="{F116CDBE-A796-475F-B3D8-EAE12765CE0C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BD11F910-A311-402F-B635-8067D5F6B1A5}" type="pres">
      <dgm:prSet presAssocID="{DFB11B91-73DF-499F-848C-435AACFE0AEA}" presName="sp" presStyleCnt="0"/>
      <dgm:spPr/>
    </dgm:pt>
    <dgm:pt modelId="{317CFEE0-849F-41B6-A95E-C3D73C96F8E5}" type="pres">
      <dgm:prSet presAssocID="{5861F58C-4682-4168-929A-4B567FFADE81}" presName="linNode" presStyleCnt="0"/>
      <dgm:spPr/>
    </dgm:pt>
    <dgm:pt modelId="{691C27A2-4C3F-433F-B796-1E634D27BDB6}" type="pres">
      <dgm:prSet presAssocID="{5861F58C-4682-4168-929A-4B567FFADE8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4C1AEDA-583D-485B-8343-10E69DE52F99}" type="pres">
      <dgm:prSet presAssocID="{A8CB11F1-F8F0-44E3-8BEB-83500AA4E8DA}" presName="sp" presStyleCnt="0"/>
      <dgm:spPr/>
    </dgm:pt>
    <dgm:pt modelId="{77ED5752-A694-4E0C-AFCD-2A4DD237BF9A}" type="pres">
      <dgm:prSet presAssocID="{2EE66C51-87AF-4799-A250-B3D788DA8285}" presName="linNode" presStyleCnt="0"/>
      <dgm:spPr/>
    </dgm:pt>
    <dgm:pt modelId="{4A330A69-39FA-41CA-85AE-ABF0B460D8FB}" type="pres">
      <dgm:prSet presAssocID="{2EE66C51-87AF-4799-A250-B3D788DA8285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7D77F00A-98B8-42D9-A300-9577ECAA3399}" type="presOf" srcId="{2EE66C51-87AF-4799-A250-B3D788DA8285}" destId="{4A330A69-39FA-41CA-85AE-ABF0B460D8FB}" srcOrd="0" destOrd="0" presId="urn:microsoft.com/office/officeart/2005/8/layout/vList5"/>
    <dgm:cxn modelId="{95747E14-428E-4B89-A979-F8A09F7C41A8}" srcId="{959BA21E-603D-4CC1-9682-A5E551834014}" destId="{2EE66C51-87AF-4799-A250-B3D788DA8285}" srcOrd="2" destOrd="0" parTransId="{CE7BCB3D-CDBF-4F23-A053-1EB4BAD900FB}" sibTransId="{F5B01A80-A47E-441C-98FB-3B9356001FBC}"/>
    <dgm:cxn modelId="{0F8B1267-F660-4E83-B376-AC38BE559F95}" srcId="{959BA21E-603D-4CC1-9682-A5E551834014}" destId="{5861F58C-4682-4168-929A-4B567FFADE81}" srcOrd="1" destOrd="0" parTransId="{6D33332C-9880-4AB5-B6D4-20E01B45492D}" sibTransId="{A8CB11F1-F8F0-44E3-8BEB-83500AA4E8DA}"/>
    <dgm:cxn modelId="{D77B2451-6E5D-47CE-993C-F413DCA897C9}" srcId="{959BA21E-603D-4CC1-9682-A5E551834014}" destId="{F116CDBE-A796-475F-B3D8-EAE12765CE0C}" srcOrd="0" destOrd="0" parTransId="{E9A92CEF-5EC9-4B62-A294-A94698428C0D}" sibTransId="{DFB11B91-73DF-499F-848C-435AACFE0AEA}"/>
    <dgm:cxn modelId="{049FAC96-BA7D-41D1-AA3D-048A7168368F}" type="presOf" srcId="{959BA21E-603D-4CC1-9682-A5E551834014}" destId="{A2EF1FF7-8F08-48C0-9D4A-27A8CA5C5BD2}" srcOrd="0" destOrd="0" presId="urn:microsoft.com/office/officeart/2005/8/layout/vList5"/>
    <dgm:cxn modelId="{4DE08C9C-149F-4293-8CA4-433A7716761B}" type="presOf" srcId="{F116CDBE-A796-475F-B3D8-EAE12765CE0C}" destId="{B3DF81F4-FBBE-4020-AFAC-78F53B865457}" srcOrd="0" destOrd="0" presId="urn:microsoft.com/office/officeart/2005/8/layout/vList5"/>
    <dgm:cxn modelId="{E26360BA-49D1-48E7-B193-C5CF48D4197F}" type="presOf" srcId="{5861F58C-4682-4168-929A-4B567FFADE81}" destId="{691C27A2-4C3F-433F-B796-1E634D27BDB6}" srcOrd="0" destOrd="0" presId="urn:microsoft.com/office/officeart/2005/8/layout/vList5"/>
    <dgm:cxn modelId="{EE942304-2928-48F1-8483-EC19E3ED20A2}" type="presParOf" srcId="{A2EF1FF7-8F08-48C0-9D4A-27A8CA5C5BD2}" destId="{CFAE2A54-05F6-4662-9217-17A849F45878}" srcOrd="0" destOrd="0" presId="urn:microsoft.com/office/officeart/2005/8/layout/vList5"/>
    <dgm:cxn modelId="{D4AF2E8D-7F37-4137-B9BA-06D0BA822413}" type="presParOf" srcId="{CFAE2A54-05F6-4662-9217-17A849F45878}" destId="{B3DF81F4-FBBE-4020-AFAC-78F53B865457}" srcOrd="0" destOrd="0" presId="urn:microsoft.com/office/officeart/2005/8/layout/vList5"/>
    <dgm:cxn modelId="{A272AAAC-2311-4D91-AFE9-BCE60952E7DA}" type="presParOf" srcId="{A2EF1FF7-8F08-48C0-9D4A-27A8CA5C5BD2}" destId="{BD11F910-A311-402F-B635-8067D5F6B1A5}" srcOrd="1" destOrd="0" presId="urn:microsoft.com/office/officeart/2005/8/layout/vList5"/>
    <dgm:cxn modelId="{1DB31D30-A167-41DB-BAC1-F37EBB136848}" type="presParOf" srcId="{A2EF1FF7-8F08-48C0-9D4A-27A8CA5C5BD2}" destId="{317CFEE0-849F-41B6-A95E-C3D73C96F8E5}" srcOrd="2" destOrd="0" presId="urn:microsoft.com/office/officeart/2005/8/layout/vList5"/>
    <dgm:cxn modelId="{AC6867B6-C173-4306-B9A7-C05BB69F1AC9}" type="presParOf" srcId="{317CFEE0-849F-41B6-A95E-C3D73C96F8E5}" destId="{691C27A2-4C3F-433F-B796-1E634D27BDB6}" srcOrd="0" destOrd="0" presId="urn:microsoft.com/office/officeart/2005/8/layout/vList5"/>
    <dgm:cxn modelId="{8AB9438B-B195-4C62-BA3A-F460E4B4A0C1}" type="presParOf" srcId="{A2EF1FF7-8F08-48C0-9D4A-27A8CA5C5BD2}" destId="{B4C1AEDA-583D-485B-8343-10E69DE52F99}" srcOrd="3" destOrd="0" presId="urn:microsoft.com/office/officeart/2005/8/layout/vList5"/>
    <dgm:cxn modelId="{D9D7B00E-FF23-49C5-BC06-6A788A1171F8}" type="presParOf" srcId="{A2EF1FF7-8F08-48C0-9D4A-27A8CA5C5BD2}" destId="{77ED5752-A694-4E0C-AFCD-2A4DD237BF9A}" srcOrd="4" destOrd="0" presId="urn:microsoft.com/office/officeart/2005/8/layout/vList5"/>
    <dgm:cxn modelId="{5D63ACF0-1F7A-414F-A14E-BF1382679759}" type="presParOf" srcId="{77ED5752-A694-4E0C-AFCD-2A4DD237BF9A}" destId="{4A330A69-39FA-41CA-85AE-ABF0B460D8FB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9E251BD-1BE7-44C3-98D3-A4459EB5F3F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2649F40-B790-450A-B01C-E4894B860B14}">
      <dgm:prSet/>
      <dgm:spPr/>
      <dgm:t>
        <a:bodyPr/>
        <a:lstStyle/>
        <a:p>
          <a:r>
            <a:rPr lang="en-US" b="0" i="0" baseline="0"/>
            <a:t>≤ 5 triệu: 5%</a:t>
          </a:r>
          <a:endParaRPr lang="en-US"/>
        </a:p>
      </dgm:t>
    </dgm:pt>
    <dgm:pt modelId="{8E1D0DAB-E235-40A1-89CF-C2BC83B498E6}" type="parTrans" cxnId="{D36C0726-AE0B-40F2-8CC6-7CC44DAEE588}">
      <dgm:prSet/>
      <dgm:spPr/>
      <dgm:t>
        <a:bodyPr/>
        <a:lstStyle/>
        <a:p>
          <a:endParaRPr lang="en-US"/>
        </a:p>
      </dgm:t>
    </dgm:pt>
    <dgm:pt modelId="{9E7263AD-5159-4869-A8CB-4AE27DFD2070}" type="sibTrans" cxnId="{D36C0726-AE0B-40F2-8CC6-7CC44DAEE588}">
      <dgm:prSet/>
      <dgm:spPr/>
      <dgm:t>
        <a:bodyPr/>
        <a:lstStyle/>
        <a:p>
          <a:endParaRPr lang="en-US"/>
        </a:p>
      </dgm:t>
    </dgm:pt>
    <dgm:pt modelId="{0AB9A661-3E9B-4882-87C5-3FB43EC49E20}">
      <dgm:prSet/>
      <dgm:spPr/>
      <dgm:t>
        <a:bodyPr/>
        <a:lstStyle/>
        <a:p>
          <a:r>
            <a:rPr lang="en-US" b="0" i="0" baseline="0"/>
            <a:t>5 – 10 triệu: 10%</a:t>
          </a:r>
          <a:endParaRPr lang="en-US"/>
        </a:p>
      </dgm:t>
    </dgm:pt>
    <dgm:pt modelId="{417888DD-04B7-4FEF-9F06-69FCE86715D0}" type="parTrans" cxnId="{31AA8638-DF79-4754-998C-FB3F42323219}">
      <dgm:prSet/>
      <dgm:spPr/>
      <dgm:t>
        <a:bodyPr/>
        <a:lstStyle/>
        <a:p>
          <a:endParaRPr lang="en-US"/>
        </a:p>
      </dgm:t>
    </dgm:pt>
    <dgm:pt modelId="{8EB524C0-7C5B-4DA2-AB58-D29D0AC99F70}" type="sibTrans" cxnId="{31AA8638-DF79-4754-998C-FB3F42323219}">
      <dgm:prSet/>
      <dgm:spPr/>
      <dgm:t>
        <a:bodyPr/>
        <a:lstStyle/>
        <a:p>
          <a:endParaRPr lang="en-US"/>
        </a:p>
      </dgm:t>
    </dgm:pt>
    <dgm:pt modelId="{2DA9E71F-F7CE-4EEE-ADE1-8463FF4DBA6F}">
      <dgm:prSet/>
      <dgm:spPr/>
      <dgm:t>
        <a:bodyPr/>
        <a:lstStyle/>
        <a:p>
          <a:r>
            <a:rPr lang="en-US" b="0" i="0" baseline="0"/>
            <a:t>10 – 18 triệu: 15%</a:t>
          </a:r>
          <a:endParaRPr lang="en-US"/>
        </a:p>
      </dgm:t>
    </dgm:pt>
    <dgm:pt modelId="{8EBD69EB-4F95-4D79-94B3-FC0F9149B680}" type="parTrans" cxnId="{9AEC602B-B71C-45E8-8165-488AB20F382D}">
      <dgm:prSet/>
      <dgm:spPr/>
      <dgm:t>
        <a:bodyPr/>
        <a:lstStyle/>
        <a:p>
          <a:endParaRPr lang="en-US"/>
        </a:p>
      </dgm:t>
    </dgm:pt>
    <dgm:pt modelId="{44CE1E52-910F-4B03-806A-1F060F41DE8F}" type="sibTrans" cxnId="{9AEC602B-B71C-45E8-8165-488AB20F382D}">
      <dgm:prSet/>
      <dgm:spPr/>
      <dgm:t>
        <a:bodyPr/>
        <a:lstStyle/>
        <a:p>
          <a:endParaRPr lang="en-US"/>
        </a:p>
      </dgm:t>
    </dgm:pt>
    <dgm:pt modelId="{BF14297A-5F39-4E30-92EF-98F23A8A5174}">
      <dgm:prSet/>
      <dgm:spPr/>
      <dgm:t>
        <a:bodyPr/>
        <a:lstStyle/>
        <a:p>
          <a:r>
            <a:rPr lang="en-US" b="0" i="0" baseline="0"/>
            <a:t>18 – 32 triệu: 20%</a:t>
          </a:r>
          <a:endParaRPr lang="en-US"/>
        </a:p>
      </dgm:t>
    </dgm:pt>
    <dgm:pt modelId="{BD12DC6D-5CCD-42E3-8788-6B5010E7A7D2}" type="parTrans" cxnId="{465C429E-CC7E-43D4-88F8-943E9CBD1A55}">
      <dgm:prSet/>
      <dgm:spPr/>
      <dgm:t>
        <a:bodyPr/>
        <a:lstStyle/>
        <a:p>
          <a:endParaRPr lang="en-US"/>
        </a:p>
      </dgm:t>
    </dgm:pt>
    <dgm:pt modelId="{9E2F8C1E-A1B7-4285-86CB-8E9A74AD6912}" type="sibTrans" cxnId="{465C429E-CC7E-43D4-88F8-943E9CBD1A55}">
      <dgm:prSet/>
      <dgm:spPr/>
      <dgm:t>
        <a:bodyPr/>
        <a:lstStyle/>
        <a:p>
          <a:endParaRPr lang="en-US"/>
        </a:p>
      </dgm:t>
    </dgm:pt>
    <dgm:pt modelId="{2769CE77-D2CB-4DD2-8DF4-30806D7C5E96}">
      <dgm:prSet/>
      <dgm:spPr/>
      <dgm:t>
        <a:bodyPr/>
        <a:lstStyle/>
        <a:p>
          <a:r>
            <a:rPr lang="en-US" b="0" i="0" baseline="0"/>
            <a:t>32 – 52 triệu: 25%</a:t>
          </a:r>
          <a:endParaRPr lang="en-US"/>
        </a:p>
      </dgm:t>
    </dgm:pt>
    <dgm:pt modelId="{4BC285D5-164F-4A77-A719-80FEC808CF91}" type="parTrans" cxnId="{C29022FB-30A7-49F0-82DC-6F8EC2041960}">
      <dgm:prSet/>
      <dgm:spPr/>
      <dgm:t>
        <a:bodyPr/>
        <a:lstStyle/>
        <a:p>
          <a:endParaRPr lang="en-US"/>
        </a:p>
      </dgm:t>
    </dgm:pt>
    <dgm:pt modelId="{E5D7990C-B9BE-46C5-9BC0-3D606F992E13}" type="sibTrans" cxnId="{C29022FB-30A7-49F0-82DC-6F8EC2041960}">
      <dgm:prSet/>
      <dgm:spPr/>
      <dgm:t>
        <a:bodyPr/>
        <a:lstStyle/>
        <a:p>
          <a:endParaRPr lang="en-US"/>
        </a:p>
      </dgm:t>
    </dgm:pt>
    <dgm:pt modelId="{7811F107-5AE3-4EED-8E60-92C443715179}">
      <dgm:prSet/>
      <dgm:spPr/>
      <dgm:t>
        <a:bodyPr/>
        <a:lstStyle/>
        <a:p>
          <a:r>
            <a:rPr lang="en-US" b="0" i="0" baseline="0"/>
            <a:t>52 – 80 triệu: 30%</a:t>
          </a:r>
          <a:endParaRPr lang="en-US"/>
        </a:p>
      </dgm:t>
    </dgm:pt>
    <dgm:pt modelId="{7D00BA23-BD62-47F8-A4A4-8BD897A61E15}" type="parTrans" cxnId="{EF566F1A-B118-40E1-93E7-7C1E539D554E}">
      <dgm:prSet/>
      <dgm:spPr/>
      <dgm:t>
        <a:bodyPr/>
        <a:lstStyle/>
        <a:p>
          <a:endParaRPr lang="en-US"/>
        </a:p>
      </dgm:t>
    </dgm:pt>
    <dgm:pt modelId="{B6E33840-3313-4516-9BC9-20FB8B81C343}" type="sibTrans" cxnId="{EF566F1A-B118-40E1-93E7-7C1E539D554E}">
      <dgm:prSet/>
      <dgm:spPr/>
      <dgm:t>
        <a:bodyPr/>
        <a:lstStyle/>
        <a:p>
          <a:endParaRPr lang="en-US"/>
        </a:p>
      </dgm:t>
    </dgm:pt>
    <dgm:pt modelId="{FBADDFCB-67A4-40C0-A95F-DFD974F72D3F}" type="pres">
      <dgm:prSet presAssocID="{49E251BD-1BE7-44C3-98D3-A4459EB5F3F8}" presName="diagram" presStyleCnt="0">
        <dgm:presLayoutVars>
          <dgm:dir/>
          <dgm:resizeHandles val="exact"/>
        </dgm:presLayoutVars>
      </dgm:prSet>
      <dgm:spPr/>
    </dgm:pt>
    <dgm:pt modelId="{2754CD52-50EE-4F49-8BB9-60F32D4A885A}" type="pres">
      <dgm:prSet presAssocID="{52649F40-B790-450A-B01C-E4894B860B14}" presName="node" presStyleLbl="node1" presStyleIdx="0" presStyleCnt="6">
        <dgm:presLayoutVars>
          <dgm:bulletEnabled val="1"/>
        </dgm:presLayoutVars>
      </dgm:prSet>
      <dgm:spPr/>
    </dgm:pt>
    <dgm:pt modelId="{98B9508A-BA75-41FD-A331-1AFDDB29B318}" type="pres">
      <dgm:prSet presAssocID="{9E7263AD-5159-4869-A8CB-4AE27DFD2070}" presName="sibTrans" presStyleCnt="0"/>
      <dgm:spPr/>
    </dgm:pt>
    <dgm:pt modelId="{255B6FDB-48C5-40EE-99D7-E7A1C06DECD3}" type="pres">
      <dgm:prSet presAssocID="{0AB9A661-3E9B-4882-87C5-3FB43EC49E20}" presName="node" presStyleLbl="node1" presStyleIdx="1" presStyleCnt="6">
        <dgm:presLayoutVars>
          <dgm:bulletEnabled val="1"/>
        </dgm:presLayoutVars>
      </dgm:prSet>
      <dgm:spPr/>
    </dgm:pt>
    <dgm:pt modelId="{22C7F7DB-D880-46D5-9868-22AB0396D978}" type="pres">
      <dgm:prSet presAssocID="{8EB524C0-7C5B-4DA2-AB58-D29D0AC99F70}" presName="sibTrans" presStyleCnt="0"/>
      <dgm:spPr/>
    </dgm:pt>
    <dgm:pt modelId="{39CD0E67-3CF1-4B98-AFC2-562612381B8F}" type="pres">
      <dgm:prSet presAssocID="{2DA9E71F-F7CE-4EEE-ADE1-8463FF4DBA6F}" presName="node" presStyleLbl="node1" presStyleIdx="2" presStyleCnt="6">
        <dgm:presLayoutVars>
          <dgm:bulletEnabled val="1"/>
        </dgm:presLayoutVars>
      </dgm:prSet>
      <dgm:spPr/>
    </dgm:pt>
    <dgm:pt modelId="{DF1728F3-EDA6-4A98-8D5D-19E51828D656}" type="pres">
      <dgm:prSet presAssocID="{44CE1E52-910F-4B03-806A-1F060F41DE8F}" presName="sibTrans" presStyleCnt="0"/>
      <dgm:spPr/>
    </dgm:pt>
    <dgm:pt modelId="{655C73E1-D16B-4B5C-B880-571472191D86}" type="pres">
      <dgm:prSet presAssocID="{BF14297A-5F39-4E30-92EF-98F23A8A5174}" presName="node" presStyleLbl="node1" presStyleIdx="3" presStyleCnt="6">
        <dgm:presLayoutVars>
          <dgm:bulletEnabled val="1"/>
        </dgm:presLayoutVars>
      </dgm:prSet>
      <dgm:spPr/>
    </dgm:pt>
    <dgm:pt modelId="{CB9A628C-D2F2-42A5-89DF-E0BF68374B7E}" type="pres">
      <dgm:prSet presAssocID="{9E2F8C1E-A1B7-4285-86CB-8E9A74AD6912}" presName="sibTrans" presStyleCnt="0"/>
      <dgm:spPr/>
    </dgm:pt>
    <dgm:pt modelId="{396A35B1-FB8C-4FF6-A3B9-F33418CE6DA2}" type="pres">
      <dgm:prSet presAssocID="{2769CE77-D2CB-4DD2-8DF4-30806D7C5E96}" presName="node" presStyleLbl="node1" presStyleIdx="4" presStyleCnt="6">
        <dgm:presLayoutVars>
          <dgm:bulletEnabled val="1"/>
        </dgm:presLayoutVars>
      </dgm:prSet>
      <dgm:spPr/>
    </dgm:pt>
    <dgm:pt modelId="{A6C165FF-5E35-4440-AE96-33A93FBC5DEA}" type="pres">
      <dgm:prSet presAssocID="{E5D7990C-B9BE-46C5-9BC0-3D606F992E13}" presName="sibTrans" presStyleCnt="0"/>
      <dgm:spPr/>
    </dgm:pt>
    <dgm:pt modelId="{A791B8A2-15D5-460A-BC31-7993EBA8635D}" type="pres">
      <dgm:prSet presAssocID="{7811F107-5AE3-4EED-8E60-92C443715179}" presName="node" presStyleLbl="node1" presStyleIdx="5" presStyleCnt="6">
        <dgm:presLayoutVars>
          <dgm:bulletEnabled val="1"/>
        </dgm:presLayoutVars>
      </dgm:prSet>
      <dgm:spPr/>
    </dgm:pt>
  </dgm:ptLst>
  <dgm:cxnLst>
    <dgm:cxn modelId="{EF566F1A-B118-40E1-93E7-7C1E539D554E}" srcId="{49E251BD-1BE7-44C3-98D3-A4459EB5F3F8}" destId="{7811F107-5AE3-4EED-8E60-92C443715179}" srcOrd="5" destOrd="0" parTransId="{7D00BA23-BD62-47F8-A4A4-8BD897A61E15}" sibTransId="{B6E33840-3313-4516-9BC9-20FB8B81C343}"/>
    <dgm:cxn modelId="{9C18CC1C-76F5-4C39-A500-86BFE4C20E06}" type="presOf" srcId="{0AB9A661-3E9B-4882-87C5-3FB43EC49E20}" destId="{255B6FDB-48C5-40EE-99D7-E7A1C06DECD3}" srcOrd="0" destOrd="0" presId="urn:microsoft.com/office/officeart/2005/8/layout/default"/>
    <dgm:cxn modelId="{D36C0726-AE0B-40F2-8CC6-7CC44DAEE588}" srcId="{49E251BD-1BE7-44C3-98D3-A4459EB5F3F8}" destId="{52649F40-B790-450A-B01C-E4894B860B14}" srcOrd="0" destOrd="0" parTransId="{8E1D0DAB-E235-40A1-89CF-C2BC83B498E6}" sibTransId="{9E7263AD-5159-4869-A8CB-4AE27DFD2070}"/>
    <dgm:cxn modelId="{9AEC602B-B71C-45E8-8165-488AB20F382D}" srcId="{49E251BD-1BE7-44C3-98D3-A4459EB5F3F8}" destId="{2DA9E71F-F7CE-4EEE-ADE1-8463FF4DBA6F}" srcOrd="2" destOrd="0" parTransId="{8EBD69EB-4F95-4D79-94B3-FC0F9149B680}" sibTransId="{44CE1E52-910F-4B03-806A-1F060F41DE8F}"/>
    <dgm:cxn modelId="{A0AE672F-1F74-48EA-893F-E471F9D1D968}" type="presOf" srcId="{2769CE77-D2CB-4DD2-8DF4-30806D7C5E96}" destId="{396A35B1-FB8C-4FF6-A3B9-F33418CE6DA2}" srcOrd="0" destOrd="0" presId="urn:microsoft.com/office/officeart/2005/8/layout/default"/>
    <dgm:cxn modelId="{31AA8638-DF79-4754-998C-FB3F42323219}" srcId="{49E251BD-1BE7-44C3-98D3-A4459EB5F3F8}" destId="{0AB9A661-3E9B-4882-87C5-3FB43EC49E20}" srcOrd="1" destOrd="0" parTransId="{417888DD-04B7-4FEF-9F06-69FCE86715D0}" sibTransId="{8EB524C0-7C5B-4DA2-AB58-D29D0AC99F70}"/>
    <dgm:cxn modelId="{19850D5C-E177-4ABD-B0C4-C5C80B48C3FC}" type="presOf" srcId="{49E251BD-1BE7-44C3-98D3-A4459EB5F3F8}" destId="{FBADDFCB-67A4-40C0-A95F-DFD974F72D3F}" srcOrd="0" destOrd="0" presId="urn:microsoft.com/office/officeart/2005/8/layout/default"/>
    <dgm:cxn modelId="{AA1D3444-6753-437A-ACA7-2682A72F1EB4}" type="presOf" srcId="{7811F107-5AE3-4EED-8E60-92C443715179}" destId="{A791B8A2-15D5-460A-BC31-7993EBA8635D}" srcOrd="0" destOrd="0" presId="urn:microsoft.com/office/officeart/2005/8/layout/default"/>
    <dgm:cxn modelId="{2B1D0C48-AA8E-4484-8A84-1859C6FAF8D5}" type="presOf" srcId="{52649F40-B790-450A-B01C-E4894B860B14}" destId="{2754CD52-50EE-4F49-8BB9-60F32D4A885A}" srcOrd="0" destOrd="0" presId="urn:microsoft.com/office/officeart/2005/8/layout/default"/>
    <dgm:cxn modelId="{D8F77855-3EA9-4DCA-B77C-478B0961D120}" type="presOf" srcId="{BF14297A-5F39-4E30-92EF-98F23A8A5174}" destId="{655C73E1-D16B-4B5C-B880-571472191D86}" srcOrd="0" destOrd="0" presId="urn:microsoft.com/office/officeart/2005/8/layout/default"/>
    <dgm:cxn modelId="{465C429E-CC7E-43D4-88F8-943E9CBD1A55}" srcId="{49E251BD-1BE7-44C3-98D3-A4459EB5F3F8}" destId="{BF14297A-5F39-4E30-92EF-98F23A8A5174}" srcOrd="3" destOrd="0" parTransId="{BD12DC6D-5CCD-42E3-8788-6B5010E7A7D2}" sibTransId="{9E2F8C1E-A1B7-4285-86CB-8E9A74AD6912}"/>
    <dgm:cxn modelId="{BA5DA1B4-0197-48E1-B515-58514133582F}" type="presOf" srcId="{2DA9E71F-F7CE-4EEE-ADE1-8463FF4DBA6F}" destId="{39CD0E67-3CF1-4B98-AFC2-562612381B8F}" srcOrd="0" destOrd="0" presId="urn:microsoft.com/office/officeart/2005/8/layout/default"/>
    <dgm:cxn modelId="{C29022FB-30A7-49F0-82DC-6F8EC2041960}" srcId="{49E251BD-1BE7-44C3-98D3-A4459EB5F3F8}" destId="{2769CE77-D2CB-4DD2-8DF4-30806D7C5E96}" srcOrd="4" destOrd="0" parTransId="{4BC285D5-164F-4A77-A719-80FEC808CF91}" sibTransId="{E5D7990C-B9BE-46C5-9BC0-3D606F992E13}"/>
    <dgm:cxn modelId="{CF4C7F37-68BB-4A66-A651-E7587E672F42}" type="presParOf" srcId="{FBADDFCB-67A4-40C0-A95F-DFD974F72D3F}" destId="{2754CD52-50EE-4F49-8BB9-60F32D4A885A}" srcOrd="0" destOrd="0" presId="urn:microsoft.com/office/officeart/2005/8/layout/default"/>
    <dgm:cxn modelId="{61021C2B-AB50-4F10-99B0-5980DB598A53}" type="presParOf" srcId="{FBADDFCB-67A4-40C0-A95F-DFD974F72D3F}" destId="{98B9508A-BA75-41FD-A331-1AFDDB29B318}" srcOrd="1" destOrd="0" presId="urn:microsoft.com/office/officeart/2005/8/layout/default"/>
    <dgm:cxn modelId="{7E142C36-D556-4A12-AE82-1C7280FA9348}" type="presParOf" srcId="{FBADDFCB-67A4-40C0-A95F-DFD974F72D3F}" destId="{255B6FDB-48C5-40EE-99D7-E7A1C06DECD3}" srcOrd="2" destOrd="0" presId="urn:microsoft.com/office/officeart/2005/8/layout/default"/>
    <dgm:cxn modelId="{F70AB496-ECC5-4354-BA57-139367B8293D}" type="presParOf" srcId="{FBADDFCB-67A4-40C0-A95F-DFD974F72D3F}" destId="{22C7F7DB-D880-46D5-9868-22AB0396D978}" srcOrd="3" destOrd="0" presId="urn:microsoft.com/office/officeart/2005/8/layout/default"/>
    <dgm:cxn modelId="{DD0BBA1B-F384-48EF-A2E7-B4D2C49B4E52}" type="presParOf" srcId="{FBADDFCB-67A4-40C0-A95F-DFD974F72D3F}" destId="{39CD0E67-3CF1-4B98-AFC2-562612381B8F}" srcOrd="4" destOrd="0" presId="urn:microsoft.com/office/officeart/2005/8/layout/default"/>
    <dgm:cxn modelId="{499667F3-1B65-454E-9F16-2FAAD9CC99D3}" type="presParOf" srcId="{FBADDFCB-67A4-40C0-A95F-DFD974F72D3F}" destId="{DF1728F3-EDA6-4A98-8D5D-19E51828D656}" srcOrd="5" destOrd="0" presId="urn:microsoft.com/office/officeart/2005/8/layout/default"/>
    <dgm:cxn modelId="{84E3979B-362D-4700-9BE6-389110A81E16}" type="presParOf" srcId="{FBADDFCB-67A4-40C0-A95F-DFD974F72D3F}" destId="{655C73E1-D16B-4B5C-B880-571472191D86}" srcOrd="6" destOrd="0" presId="urn:microsoft.com/office/officeart/2005/8/layout/default"/>
    <dgm:cxn modelId="{4842716B-BC69-43B5-A15D-9D9D3AE8CA80}" type="presParOf" srcId="{FBADDFCB-67A4-40C0-A95F-DFD974F72D3F}" destId="{CB9A628C-D2F2-42A5-89DF-E0BF68374B7E}" srcOrd="7" destOrd="0" presId="urn:microsoft.com/office/officeart/2005/8/layout/default"/>
    <dgm:cxn modelId="{95218F5A-A324-409F-B26D-D89AD83CEE9B}" type="presParOf" srcId="{FBADDFCB-67A4-40C0-A95F-DFD974F72D3F}" destId="{396A35B1-FB8C-4FF6-A3B9-F33418CE6DA2}" srcOrd="8" destOrd="0" presId="urn:microsoft.com/office/officeart/2005/8/layout/default"/>
    <dgm:cxn modelId="{3836E550-1611-4210-B790-064DCF66AF1F}" type="presParOf" srcId="{FBADDFCB-67A4-40C0-A95F-DFD974F72D3F}" destId="{A6C165FF-5E35-4440-AE96-33A93FBC5DEA}" srcOrd="9" destOrd="0" presId="urn:microsoft.com/office/officeart/2005/8/layout/default"/>
    <dgm:cxn modelId="{31015BC4-B8DF-489E-AFD5-849A6830C1B4}" type="presParOf" srcId="{FBADDFCB-67A4-40C0-A95F-DFD974F72D3F}" destId="{A791B8A2-15D5-460A-BC31-7993EBA8635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B2C64BE-6511-4B37-8F46-D54FBD84CE34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0DE8461-37CF-4C42-BF3A-781A37CCDAD7}">
      <dgm:prSet/>
      <dgm:spPr/>
      <dgm:t>
        <a:bodyPr/>
        <a:lstStyle/>
        <a:p>
          <a:r>
            <a:rPr lang="en-US" b="0" i="0" baseline="0"/>
            <a:t>Thiết lập mức giảm trừ</a:t>
          </a:r>
          <a:endParaRPr lang="en-US"/>
        </a:p>
      </dgm:t>
    </dgm:pt>
    <dgm:pt modelId="{5C50A998-F0CD-498A-80D3-78B72E7E0BE6}" type="parTrans" cxnId="{C3F32375-8A13-4C47-BFE9-1985EC414CBF}">
      <dgm:prSet/>
      <dgm:spPr/>
      <dgm:t>
        <a:bodyPr/>
        <a:lstStyle/>
        <a:p>
          <a:endParaRPr lang="en-US"/>
        </a:p>
      </dgm:t>
    </dgm:pt>
    <dgm:pt modelId="{C0173003-EE1B-4380-A656-B54E307ECF3D}" type="sibTrans" cxnId="{C3F32375-8A13-4C47-BFE9-1985EC414CBF}">
      <dgm:prSet/>
      <dgm:spPr/>
      <dgm:t>
        <a:bodyPr/>
        <a:lstStyle/>
        <a:p>
          <a:endParaRPr lang="en-US"/>
        </a:p>
      </dgm:t>
    </dgm:pt>
    <dgm:pt modelId="{F0C5E3E5-E5FD-4A43-A5AF-1D02A2493A0E}">
      <dgm:prSet/>
      <dgm:spPr/>
      <dgm:t>
        <a:bodyPr/>
        <a:lstStyle/>
        <a:p>
          <a:r>
            <a:rPr lang="en-US" b="0" i="0" baseline="0"/>
            <a:t>Nhập thông tin người lao động</a:t>
          </a:r>
          <a:endParaRPr lang="en-US"/>
        </a:p>
      </dgm:t>
    </dgm:pt>
    <dgm:pt modelId="{9DD4FF1E-E0D0-4348-AD9F-51A62A1869E4}" type="parTrans" cxnId="{4957AA88-60A8-4817-8370-82C789743592}">
      <dgm:prSet/>
      <dgm:spPr/>
      <dgm:t>
        <a:bodyPr/>
        <a:lstStyle/>
        <a:p>
          <a:endParaRPr lang="en-US"/>
        </a:p>
      </dgm:t>
    </dgm:pt>
    <dgm:pt modelId="{ACFF700A-17D7-439F-A055-3D37B762FD7E}" type="sibTrans" cxnId="{4957AA88-60A8-4817-8370-82C789743592}">
      <dgm:prSet/>
      <dgm:spPr/>
      <dgm:t>
        <a:bodyPr/>
        <a:lstStyle/>
        <a:p>
          <a:endParaRPr lang="en-US"/>
        </a:p>
      </dgm:t>
    </dgm:pt>
    <dgm:pt modelId="{1C47C4DB-5CE5-4BC9-B34C-FC7C922D0308}">
      <dgm:prSet/>
      <dgm:spPr/>
      <dgm:t>
        <a:bodyPr/>
        <a:lstStyle/>
        <a:p>
          <a:r>
            <a:rPr lang="en-US" b="0" i="0" baseline="0"/>
            <a:t>Nhập thu nhập từng tháng</a:t>
          </a:r>
          <a:endParaRPr lang="en-US"/>
        </a:p>
      </dgm:t>
    </dgm:pt>
    <dgm:pt modelId="{E9876454-C792-41C8-B017-CC20BD95DC36}" type="parTrans" cxnId="{D326BC90-7E86-4D59-BCEC-8E8E572C6BA8}">
      <dgm:prSet/>
      <dgm:spPr/>
      <dgm:t>
        <a:bodyPr/>
        <a:lstStyle/>
        <a:p>
          <a:endParaRPr lang="en-US"/>
        </a:p>
      </dgm:t>
    </dgm:pt>
    <dgm:pt modelId="{90D60A0E-578A-4CCD-9CDC-318BB022BE7E}" type="sibTrans" cxnId="{D326BC90-7E86-4D59-BCEC-8E8E572C6BA8}">
      <dgm:prSet/>
      <dgm:spPr/>
      <dgm:t>
        <a:bodyPr/>
        <a:lstStyle/>
        <a:p>
          <a:endParaRPr lang="en-US"/>
        </a:p>
      </dgm:t>
    </dgm:pt>
    <dgm:pt modelId="{F0843A6A-33F7-4BDA-AE38-5E7BD77BCC17}">
      <dgm:prSet/>
      <dgm:spPr/>
      <dgm:t>
        <a:bodyPr/>
        <a:lstStyle/>
        <a:p>
          <a:r>
            <a:rPr lang="en-US" b="0" i="0" baseline="0"/>
            <a:t>Tính thuế TNCN theo tháng</a:t>
          </a:r>
          <a:endParaRPr lang="en-US"/>
        </a:p>
      </dgm:t>
    </dgm:pt>
    <dgm:pt modelId="{4241B99F-272D-4F46-B4D0-FF9FF06D8B4C}" type="parTrans" cxnId="{2DB48A68-AC9A-45B1-B0E9-EBBE616E3F7B}">
      <dgm:prSet/>
      <dgm:spPr/>
      <dgm:t>
        <a:bodyPr/>
        <a:lstStyle/>
        <a:p>
          <a:endParaRPr lang="en-US"/>
        </a:p>
      </dgm:t>
    </dgm:pt>
    <dgm:pt modelId="{691AF7DB-E992-4E15-9363-A046F40FE95A}" type="sibTrans" cxnId="{2DB48A68-AC9A-45B1-B0E9-EBBE616E3F7B}">
      <dgm:prSet/>
      <dgm:spPr/>
      <dgm:t>
        <a:bodyPr/>
        <a:lstStyle/>
        <a:p>
          <a:endParaRPr lang="en-US"/>
        </a:p>
      </dgm:t>
    </dgm:pt>
    <dgm:pt modelId="{AD43E652-1454-4EDC-B91E-5E4C4EDF64FC}">
      <dgm:prSet/>
      <dgm:spPr/>
      <dgm:t>
        <a:bodyPr/>
        <a:lstStyle/>
        <a:p>
          <a:r>
            <a:rPr lang="en-US" b="0" i="0" baseline="0"/>
            <a:t>Quyết toán thuế năm</a:t>
          </a:r>
          <a:endParaRPr lang="en-US"/>
        </a:p>
      </dgm:t>
    </dgm:pt>
    <dgm:pt modelId="{CF3E026A-2B18-4BFA-95D4-0C83E5AD90DD}" type="parTrans" cxnId="{9354129E-F25E-4F48-A412-60C8089ECDE1}">
      <dgm:prSet/>
      <dgm:spPr/>
      <dgm:t>
        <a:bodyPr/>
        <a:lstStyle/>
        <a:p>
          <a:endParaRPr lang="en-US"/>
        </a:p>
      </dgm:t>
    </dgm:pt>
    <dgm:pt modelId="{3725AA3C-DC0C-4D20-BA1A-3FB8242FF4E8}" type="sibTrans" cxnId="{9354129E-F25E-4F48-A412-60C8089ECDE1}">
      <dgm:prSet/>
      <dgm:spPr/>
      <dgm:t>
        <a:bodyPr/>
        <a:lstStyle/>
        <a:p>
          <a:endParaRPr lang="en-US"/>
        </a:p>
      </dgm:t>
    </dgm:pt>
    <dgm:pt modelId="{292C3AE7-9BE8-44F0-88A1-03BBE25137A5}" type="pres">
      <dgm:prSet presAssocID="{8B2C64BE-6511-4B37-8F46-D54FBD84CE34}" presName="linear" presStyleCnt="0">
        <dgm:presLayoutVars>
          <dgm:dir/>
          <dgm:animLvl val="lvl"/>
          <dgm:resizeHandles val="exact"/>
        </dgm:presLayoutVars>
      </dgm:prSet>
      <dgm:spPr/>
    </dgm:pt>
    <dgm:pt modelId="{E7A1C6D1-7DD7-455D-83A0-497575BBEE09}" type="pres">
      <dgm:prSet presAssocID="{40DE8461-37CF-4C42-BF3A-781A37CCDAD7}" presName="parentLin" presStyleCnt="0"/>
      <dgm:spPr/>
    </dgm:pt>
    <dgm:pt modelId="{926A88CD-1018-4BDF-BA55-157A5BACF0C0}" type="pres">
      <dgm:prSet presAssocID="{40DE8461-37CF-4C42-BF3A-781A37CCDAD7}" presName="parentLeftMargin" presStyleLbl="node1" presStyleIdx="0" presStyleCnt="5"/>
      <dgm:spPr/>
    </dgm:pt>
    <dgm:pt modelId="{38BFD4C2-4872-42A5-8277-FAFAB5FE570E}" type="pres">
      <dgm:prSet presAssocID="{40DE8461-37CF-4C42-BF3A-781A37CCDAD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4B3B6E5-254C-4A36-A36E-668F63082A10}" type="pres">
      <dgm:prSet presAssocID="{40DE8461-37CF-4C42-BF3A-781A37CCDAD7}" presName="negativeSpace" presStyleCnt="0"/>
      <dgm:spPr/>
    </dgm:pt>
    <dgm:pt modelId="{F7C959EF-1599-4689-AE2E-57081410B803}" type="pres">
      <dgm:prSet presAssocID="{40DE8461-37CF-4C42-BF3A-781A37CCDAD7}" presName="childText" presStyleLbl="conFgAcc1" presStyleIdx="0" presStyleCnt="5">
        <dgm:presLayoutVars>
          <dgm:bulletEnabled val="1"/>
        </dgm:presLayoutVars>
      </dgm:prSet>
      <dgm:spPr/>
    </dgm:pt>
    <dgm:pt modelId="{9A8AFD52-FF08-4BB9-B46A-A9FC36EC2290}" type="pres">
      <dgm:prSet presAssocID="{C0173003-EE1B-4380-A656-B54E307ECF3D}" presName="spaceBetweenRectangles" presStyleCnt="0"/>
      <dgm:spPr/>
    </dgm:pt>
    <dgm:pt modelId="{E7651701-0971-4A18-A38B-03EF91BBA5E6}" type="pres">
      <dgm:prSet presAssocID="{F0C5E3E5-E5FD-4A43-A5AF-1D02A2493A0E}" presName="parentLin" presStyleCnt="0"/>
      <dgm:spPr/>
    </dgm:pt>
    <dgm:pt modelId="{8DA8BA3B-EE18-4339-A82F-48258662F597}" type="pres">
      <dgm:prSet presAssocID="{F0C5E3E5-E5FD-4A43-A5AF-1D02A2493A0E}" presName="parentLeftMargin" presStyleLbl="node1" presStyleIdx="0" presStyleCnt="5"/>
      <dgm:spPr/>
    </dgm:pt>
    <dgm:pt modelId="{75D35564-FABE-483E-8381-394BC221C94C}" type="pres">
      <dgm:prSet presAssocID="{F0C5E3E5-E5FD-4A43-A5AF-1D02A2493A0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927AD14-29CD-4371-97E1-1643A56407D9}" type="pres">
      <dgm:prSet presAssocID="{F0C5E3E5-E5FD-4A43-A5AF-1D02A2493A0E}" presName="negativeSpace" presStyleCnt="0"/>
      <dgm:spPr/>
    </dgm:pt>
    <dgm:pt modelId="{69EA989A-172F-4052-BACF-EE230BD7CB04}" type="pres">
      <dgm:prSet presAssocID="{F0C5E3E5-E5FD-4A43-A5AF-1D02A2493A0E}" presName="childText" presStyleLbl="conFgAcc1" presStyleIdx="1" presStyleCnt="5">
        <dgm:presLayoutVars>
          <dgm:bulletEnabled val="1"/>
        </dgm:presLayoutVars>
      </dgm:prSet>
      <dgm:spPr/>
    </dgm:pt>
    <dgm:pt modelId="{C3810051-FD55-40CF-8153-F612C56ACF49}" type="pres">
      <dgm:prSet presAssocID="{ACFF700A-17D7-439F-A055-3D37B762FD7E}" presName="spaceBetweenRectangles" presStyleCnt="0"/>
      <dgm:spPr/>
    </dgm:pt>
    <dgm:pt modelId="{B8C27A50-F6B3-4867-BF7F-B6D304CDAFA9}" type="pres">
      <dgm:prSet presAssocID="{1C47C4DB-5CE5-4BC9-B34C-FC7C922D0308}" presName="parentLin" presStyleCnt="0"/>
      <dgm:spPr/>
    </dgm:pt>
    <dgm:pt modelId="{4B7ECE9C-E8BD-4A45-97E4-53084D9D24FF}" type="pres">
      <dgm:prSet presAssocID="{1C47C4DB-5CE5-4BC9-B34C-FC7C922D0308}" presName="parentLeftMargin" presStyleLbl="node1" presStyleIdx="1" presStyleCnt="5"/>
      <dgm:spPr/>
    </dgm:pt>
    <dgm:pt modelId="{4D1DF874-AA8A-4117-AA5F-B94230CFB338}" type="pres">
      <dgm:prSet presAssocID="{1C47C4DB-5CE5-4BC9-B34C-FC7C922D030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8AE3B54-2DA0-4B91-B960-7CFE7B035203}" type="pres">
      <dgm:prSet presAssocID="{1C47C4DB-5CE5-4BC9-B34C-FC7C922D0308}" presName="negativeSpace" presStyleCnt="0"/>
      <dgm:spPr/>
    </dgm:pt>
    <dgm:pt modelId="{93E9A1A6-49E4-4A95-8030-14A99BDED3C9}" type="pres">
      <dgm:prSet presAssocID="{1C47C4DB-5CE5-4BC9-B34C-FC7C922D0308}" presName="childText" presStyleLbl="conFgAcc1" presStyleIdx="2" presStyleCnt="5">
        <dgm:presLayoutVars>
          <dgm:bulletEnabled val="1"/>
        </dgm:presLayoutVars>
      </dgm:prSet>
      <dgm:spPr/>
    </dgm:pt>
    <dgm:pt modelId="{25A5E4F0-996B-486A-9FF2-C841E90D4133}" type="pres">
      <dgm:prSet presAssocID="{90D60A0E-578A-4CCD-9CDC-318BB022BE7E}" presName="spaceBetweenRectangles" presStyleCnt="0"/>
      <dgm:spPr/>
    </dgm:pt>
    <dgm:pt modelId="{DA278056-DA86-46B6-96BF-3496BF379C9B}" type="pres">
      <dgm:prSet presAssocID="{F0843A6A-33F7-4BDA-AE38-5E7BD77BCC17}" presName="parentLin" presStyleCnt="0"/>
      <dgm:spPr/>
    </dgm:pt>
    <dgm:pt modelId="{DAD2153B-6F5B-48B0-9607-BB8D772ADAA3}" type="pres">
      <dgm:prSet presAssocID="{F0843A6A-33F7-4BDA-AE38-5E7BD77BCC17}" presName="parentLeftMargin" presStyleLbl="node1" presStyleIdx="2" presStyleCnt="5"/>
      <dgm:spPr/>
    </dgm:pt>
    <dgm:pt modelId="{D4CE960E-FEC4-4275-BB2E-E13F45784262}" type="pres">
      <dgm:prSet presAssocID="{F0843A6A-33F7-4BDA-AE38-5E7BD77BCC1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E683D27-84D2-43D5-B97B-0476ADCC2718}" type="pres">
      <dgm:prSet presAssocID="{F0843A6A-33F7-4BDA-AE38-5E7BD77BCC17}" presName="negativeSpace" presStyleCnt="0"/>
      <dgm:spPr/>
    </dgm:pt>
    <dgm:pt modelId="{6871A488-A861-4602-9910-7B37F8F3DF23}" type="pres">
      <dgm:prSet presAssocID="{F0843A6A-33F7-4BDA-AE38-5E7BD77BCC17}" presName="childText" presStyleLbl="conFgAcc1" presStyleIdx="3" presStyleCnt="5">
        <dgm:presLayoutVars>
          <dgm:bulletEnabled val="1"/>
        </dgm:presLayoutVars>
      </dgm:prSet>
      <dgm:spPr/>
    </dgm:pt>
    <dgm:pt modelId="{BF6FFC36-7AE1-42CC-A76E-B69BE2DF2F81}" type="pres">
      <dgm:prSet presAssocID="{691AF7DB-E992-4E15-9363-A046F40FE95A}" presName="spaceBetweenRectangles" presStyleCnt="0"/>
      <dgm:spPr/>
    </dgm:pt>
    <dgm:pt modelId="{CD815F19-7E5E-41D1-83B7-BDC53FCD1886}" type="pres">
      <dgm:prSet presAssocID="{AD43E652-1454-4EDC-B91E-5E4C4EDF64FC}" presName="parentLin" presStyleCnt="0"/>
      <dgm:spPr/>
    </dgm:pt>
    <dgm:pt modelId="{EA098FD0-20EA-43B8-8755-5FDE8FFDF00D}" type="pres">
      <dgm:prSet presAssocID="{AD43E652-1454-4EDC-B91E-5E4C4EDF64FC}" presName="parentLeftMargin" presStyleLbl="node1" presStyleIdx="3" presStyleCnt="5"/>
      <dgm:spPr/>
    </dgm:pt>
    <dgm:pt modelId="{73FDB3C7-DD11-4504-A35F-1E0E3C8B0AE4}" type="pres">
      <dgm:prSet presAssocID="{AD43E652-1454-4EDC-B91E-5E4C4EDF64FC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1B9F796-A49E-480F-8D1E-9D391BFA299C}" type="pres">
      <dgm:prSet presAssocID="{AD43E652-1454-4EDC-B91E-5E4C4EDF64FC}" presName="negativeSpace" presStyleCnt="0"/>
      <dgm:spPr/>
    </dgm:pt>
    <dgm:pt modelId="{AAA75778-B273-4BF2-8C8B-9039D91A672B}" type="pres">
      <dgm:prSet presAssocID="{AD43E652-1454-4EDC-B91E-5E4C4EDF64F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52BEDB2B-8F0C-483A-90C3-5C83E86C6CFB}" type="presOf" srcId="{1C47C4DB-5CE5-4BC9-B34C-FC7C922D0308}" destId="{4D1DF874-AA8A-4117-AA5F-B94230CFB338}" srcOrd="1" destOrd="0" presId="urn:microsoft.com/office/officeart/2005/8/layout/list1"/>
    <dgm:cxn modelId="{C59D4E3E-A6BF-4720-B42E-A80D753303E4}" type="presOf" srcId="{F0C5E3E5-E5FD-4A43-A5AF-1D02A2493A0E}" destId="{75D35564-FABE-483E-8381-394BC221C94C}" srcOrd="1" destOrd="0" presId="urn:microsoft.com/office/officeart/2005/8/layout/list1"/>
    <dgm:cxn modelId="{F483F75E-0AB6-42F9-8A1E-2A8624519394}" type="presOf" srcId="{F0843A6A-33F7-4BDA-AE38-5E7BD77BCC17}" destId="{D4CE960E-FEC4-4275-BB2E-E13F45784262}" srcOrd="1" destOrd="0" presId="urn:microsoft.com/office/officeart/2005/8/layout/list1"/>
    <dgm:cxn modelId="{49C2D766-07C1-4991-9599-80893EEBD644}" type="presOf" srcId="{1C47C4DB-5CE5-4BC9-B34C-FC7C922D0308}" destId="{4B7ECE9C-E8BD-4A45-97E4-53084D9D24FF}" srcOrd="0" destOrd="0" presId="urn:microsoft.com/office/officeart/2005/8/layout/list1"/>
    <dgm:cxn modelId="{2DB48A68-AC9A-45B1-B0E9-EBBE616E3F7B}" srcId="{8B2C64BE-6511-4B37-8F46-D54FBD84CE34}" destId="{F0843A6A-33F7-4BDA-AE38-5E7BD77BCC17}" srcOrd="3" destOrd="0" parTransId="{4241B99F-272D-4F46-B4D0-FF9FF06D8B4C}" sibTransId="{691AF7DB-E992-4E15-9363-A046F40FE95A}"/>
    <dgm:cxn modelId="{C3F32375-8A13-4C47-BFE9-1985EC414CBF}" srcId="{8B2C64BE-6511-4B37-8F46-D54FBD84CE34}" destId="{40DE8461-37CF-4C42-BF3A-781A37CCDAD7}" srcOrd="0" destOrd="0" parTransId="{5C50A998-F0CD-498A-80D3-78B72E7E0BE6}" sibTransId="{C0173003-EE1B-4380-A656-B54E307ECF3D}"/>
    <dgm:cxn modelId="{EF6C375A-85B0-413A-985A-9F12FC8FE912}" type="presOf" srcId="{40DE8461-37CF-4C42-BF3A-781A37CCDAD7}" destId="{926A88CD-1018-4BDF-BA55-157A5BACF0C0}" srcOrd="0" destOrd="0" presId="urn:microsoft.com/office/officeart/2005/8/layout/list1"/>
    <dgm:cxn modelId="{4957AA88-60A8-4817-8370-82C789743592}" srcId="{8B2C64BE-6511-4B37-8F46-D54FBD84CE34}" destId="{F0C5E3E5-E5FD-4A43-A5AF-1D02A2493A0E}" srcOrd="1" destOrd="0" parTransId="{9DD4FF1E-E0D0-4348-AD9F-51A62A1869E4}" sibTransId="{ACFF700A-17D7-439F-A055-3D37B762FD7E}"/>
    <dgm:cxn modelId="{D326BC90-7E86-4D59-BCEC-8E8E572C6BA8}" srcId="{8B2C64BE-6511-4B37-8F46-D54FBD84CE34}" destId="{1C47C4DB-5CE5-4BC9-B34C-FC7C922D0308}" srcOrd="2" destOrd="0" parTransId="{E9876454-C792-41C8-B017-CC20BD95DC36}" sibTransId="{90D60A0E-578A-4CCD-9CDC-318BB022BE7E}"/>
    <dgm:cxn modelId="{90F8A698-24A1-4619-B1F4-9D2353550BD1}" type="presOf" srcId="{F0843A6A-33F7-4BDA-AE38-5E7BD77BCC17}" destId="{DAD2153B-6F5B-48B0-9607-BB8D772ADAA3}" srcOrd="0" destOrd="0" presId="urn:microsoft.com/office/officeart/2005/8/layout/list1"/>
    <dgm:cxn modelId="{9354129E-F25E-4F48-A412-60C8089ECDE1}" srcId="{8B2C64BE-6511-4B37-8F46-D54FBD84CE34}" destId="{AD43E652-1454-4EDC-B91E-5E4C4EDF64FC}" srcOrd="4" destOrd="0" parTransId="{CF3E026A-2B18-4BFA-95D4-0C83E5AD90DD}" sibTransId="{3725AA3C-DC0C-4D20-BA1A-3FB8242FF4E8}"/>
    <dgm:cxn modelId="{605592BC-80ED-49E2-9CE9-1272554598C9}" type="presOf" srcId="{AD43E652-1454-4EDC-B91E-5E4C4EDF64FC}" destId="{73FDB3C7-DD11-4504-A35F-1E0E3C8B0AE4}" srcOrd="1" destOrd="0" presId="urn:microsoft.com/office/officeart/2005/8/layout/list1"/>
    <dgm:cxn modelId="{F1D2A6CF-C970-48B4-9AAD-D4A7B73C3CCF}" type="presOf" srcId="{40DE8461-37CF-4C42-BF3A-781A37CCDAD7}" destId="{38BFD4C2-4872-42A5-8277-FAFAB5FE570E}" srcOrd="1" destOrd="0" presId="urn:microsoft.com/office/officeart/2005/8/layout/list1"/>
    <dgm:cxn modelId="{954C42D4-3708-40E8-B264-F1A268C7932E}" type="presOf" srcId="{8B2C64BE-6511-4B37-8F46-D54FBD84CE34}" destId="{292C3AE7-9BE8-44F0-88A1-03BBE25137A5}" srcOrd="0" destOrd="0" presId="urn:microsoft.com/office/officeart/2005/8/layout/list1"/>
    <dgm:cxn modelId="{77B553D8-BE8B-41C4-BFDD-6840AF3828C8}" type="presOf" srcId="{F0C5E3E5-E5FD-4A43-A5AF-1D02A2493A0E}" destId="{8DA8BA3B-EE18-4339-A82F-48258662F597}" srcOrd="0" destOrd="0" presId="urn:microsoft.com/office/officeart/2005/8/layout/list1"/>
    <dgm:cxn modelId="{A11150E3-4B2F-4A27-B185-D64DD75361AE}" type="presOf" srcId="{AD43E652-1454-4EDC-B91E-5E4C4EDF64FC}" destId="{EA098FD0-20EA-43B8-8755-5FDE8FFDF00D}" srcOrd="0" destOrd="0" presId="urn:microsoft.com/office/officeart/2005/8/layout/list1"/>
    <dgm:cxn modelId="{2B847900-E3DD-4074-8A58-0EB828417F16}" type="presParOf" srcId="{292C3AE7-9BE8-44F0-88A1-03BBE25137A5}" destId="{E7A1C6D1-7DD7-455D-83A0-497575BBEE09}" srcOrd="0" destOrd="0" presId="urn:microsoft.com/office/officeart/2005/8/layout/list1"/>
    <dgm:cxn modelId="{AEF7F6FF-B394-4066-B330-3796CC0E944E}" type="presParOf" srcId="{E7A1C6D1-7DD7-455D-83A0-497575BBEE09}" destId="{926A88CD-1018-4BDF-BA55-157A5BACF0C0}" srcOrd="0" destOrd="0" presId="urn:microsoft.com/office/officeart/2005/8/layout/list1"/>
    <dgm:cxn modelId="{D2DCB649-B78F-4DA4-85F6-A33346B585E7}" type="presParOf" srcId="{E7A1C6D1-7DD7-455D-83A0-497575BBEE09}" destId="{38BFD4C2-4872-42A5-8277-FAFAB5FE570E}" srcOrd="1" destOrd="0" presId="urn:microsoft.com/office/officeart/2005/8/layout/list1"/>
    <dgm:cxn modelId="{EEB77D5B-2365-4E6C-BB1B-349B2A3B4224}" type="presParOf" srcId="{292C3AE7-9BE8-44F0-88A1-03BBE25137A5}" destId="{84B3B6E5-254C-4A36-A36E-668F63082A10}" srcOrd="1" destOrd="0" presId="urn:microsoft.com/office/officeart/2005/8/layout/list1"/>
    <dgm:cxn modelId="{FC08D97C-FC20-4D8A-B2BE-53FE4E1AE0C8}" type="presParOf" srcId="{292C3AE7-9BE8-44F0-88A1-03BBE25137A5}" destId="{F7C959EF-1599-4689-AE2E-57081410B803}" srcOrd="2" destOrd="0" presId="urn:microsoft.com/office/officeart/2005/8/layout/list1"/>
    <dgm:cxn modelId="{25F11CFC-10E7-4BCD-B7B4-A56F14566971}" type="presParOf" srcId="{292C3AE7-9BE8-44F0-88A1-03BBE25137A5}" destId="{9A8AFD52-FF08-4BB9-B46A-A9FC36EC2290}" srcOrd="3" destOrd="0" presId="urn:microsoft.com/office/officeart/2005/8/layout/list1"/>
    <dgm:cxn modelId="{1D063461-8B65-4037-9062-AB2319410212}" type="presParOf" srcId="{292C3AE7-9BE8-44F0-88A1-03BBE25137A5}" destId="{E7651701-0971-4A18-A38B-03EF91BBA5E6}" srcOrd="4" destOrd="0" presId="urn:microsoft.com/office/officeart/2005/8/layout/list1"/>
    <dgm:cxn modelId="{F9CC5C94-858C-46EE-8279-4BA170CA026B}" type="presParOf" srcId="{E7651701-0971-4A18-A38B-03EF91BBA5E6}" destId="{8DA8BA3B-EE18-4339-A82F-48258662F597}" srcOrd="0" destOrd="0" presId="urn:microsoft.com/office/officeart/2005/8/layout/list1"/>
    <dgm:cxn modelId="{E1327658-B2DB-4F4A-8E0E-E229806023BF}" type="presParOf" srcId="{E7651701-0971-4A18-A38B-03EF91BBA5E6}" destId="{75D35564-FABE-483E-8381-394BC221C94C}" srcOrd="1" destOrd="0" presId="urn:microsoft.com/office/officeart/2005/8/layout/list1"/>
    <dgm:cxn modelId="{A4195E8B-0D02-4F8F-B329-19FCF136C596}" type="presParOf" srcId="{292C3AE7-9BE8-44F0-88A1-03BBE25137A5}" destId="{B927AD14-29CD-4371-97E1-1643A56407D9}" srcOrd="5" destOrd="0" presId="urn:microsoft.com/office/officeart/2005/8/layout/list1"/>
    <dgm:cxn modelId="{B53ADFAD-6D12-4840-B615-89FABA5AFE6A}" type="presParOf" srcId="{292C3AE7-9BE8-44F0-88A1-03BBE25137A5}" destId="{69EA989A-172F-4052-BACF-EE230BD7CB04}" srcOrd="6" destOrd="0" presId="urn:microsoft.com/office/officeart/2005/8/layout/list1"/>
    <dgm:cxn modelId="{85A6A28A-9282-43A4-ADC6-17E33128FFAC}" type="presParOf" srcId="{292C3AE7-9BE8-44F0-88A1-03BBE25137A5}" destId="{C3810051-FD55-40CF-8153-F612C56ACF49}" srcOrd="7" destOrd="0" presId="urn:microsoft.com/office/officeart/2005/8/layout/list1"/>
    <dgm:cxn modelId="{AD5F0C55-B442-448E-9E14-402A65C2B2DE}" type="presParOf" srcId="{292C3AE7-9BE8-44F0-88A1-03BBE25137A5}" destId="{B8C27A50-F6B3-4867-BF7F-B6D304CDAFA9}" srcOrd="8" destOrd="0" presId="urn:microsoft.com/office/officeart/2005/8/layout/list1"/>
    <dgm:cxn modelId="{1D3DE251-32E6-416B-BE60-DDF31B4926D3}" type="presParOf" srcId="{B8C27A50-F6B3-4867-BF7F-B6D304CDAFA9}" destId="{4B7ECE9C-E8BD-4A45-97E4-53084D9D24FF}" srcOrd="0" destOrd="0" presId="urn:microsoft.com/office/officeart/2005/8/layout/list1"/>
    <dgm:cxn modelId="{36F732BB-C27F-48E8-B9E0-59FD2218FB4B}" type="presParOf" srcId="{B8C27A50-F6B3-4867-BF7F-B6D304CDAFA9}" destId="{4D1DF874-AA8A-4117-AA5F-B94230CFB338}" srcOrd="1" destOrd="0" presId="urn:microsoft.com/office/officeart/2005/8/layout/list1"/>
    <dgm:cxn modelId="{FFE3D7B4-D844-425E-BB52-D74FCCD73F5A}" type="presParOf" srcId="{292C3AE7-9BE8-44F0-88A1-03BBE25137A5}" destId="{08AE3B54-2DA0-4B91-B960-7CFE7B035203}" srcOrd="9" destOrd="0" presId="urn:microsoft.com/office/officeart/2005/8/layout/list1"/>
    <dgm:cxn modelId="{6115319D-1C23-475F-8481-A643E0136854}" type="presParOf" srcId="{292C3AE7-9BE8-44F0-88A1-03BBE25137A5}" destId="{93E9A1A6-49E4-4A95-8030-14A99BDED3C9}" srcOrd="10" destOrd="0" presId="urn:microsoft.com/office/officeart/2005/8/layout/list1"/>
    <dgm:cxn modelId="{B41DF347-994C-4A3F-9958-CCB6460B688D}" type="presParOf" srcId="{292C3AE7-9BE8-44F0-88A1-03BBE25137A5}" destId="{25A5E4F0-996B-486A-9FF2-C841E90D4133}" srcOrd="11" destOrd="0" presId="urn:microsoft.com/office/officeart/2005/8/layout/list1"/>
    <dgm:cxn modelId="{CE13718D-B300-4EE3-B9EF-E6176475EF2A}" type="presParOf" srcId="{292C3AE7-9BE8-44F0-88A1-03BBE25137A5}" destId="{DA278056-DA86-46B6-96BF-3496BF379C9B}" srcOrd="12" destOrd="0" presId="urn:microsoft.com/office/officeart/2005/8/layout/list1"/>
    <dgm:cxn modelId="{2B37E927-FAC4-429D-8EE5-086BFABED02F}" type="presParOf" srcId="{DA278056-DA86-46B6-96BF-3496BF379C9B}" destId="{DAD2153B-6F5B-48B0-9607-BB8D772ADAA3}" srcOrd="0" destOrd="0" presId="urn:microsoft.com/office/officeart/2005/8/layout/list1"/>
    <dgm:cxn modelId="{1F788B80-8418-4A27-B0F6-09F216E5C681}" type="presParOf" srcId="{DA278056-DA86-46B6-96BF-3496BF379C9B}" destId="{D4CE960E-FEC4-4275-BB2E-E13F45784262}" srcOrd="1" destOrd="0" presId="urn:microsoft.com/office/officeart/2005/8/layout/list1"/>
    <dgm:cxn modelId="{CE93162A-894D-486B-BEDB-66214B869861}" type="presParOf" srcId="{292C3AE7-9BE8-44F0-88A1-03BBE25137A5}" destId="{8E683D27-84D2-43D5-B97B-0476ADCC2718}" srcOrd="13" destOrd="0" presId="urn:microsoft.com/office/officeart/2005/8/layout/list1"/>
    <dgm:cxn modelId="{00654C96-17FF-4189-A1F7-5BCB57D07F68}" type="presParOf" srcId="{292C3AE7-9BE8-44F0-88A1-03BBE25137A5}" destId="{6871A488-A861-4602-9910-7B37F8F3DF23}" srcOrd="14" destOrd="0" presId="urn:microsoft.com/office/officeart/2005/8/layout/list1"/>
    <dgm:cxn modelId="{29910A3C-799C-4DFF-B555-43BC763ED06E}" type="presParOf" srcId="{292C3AE7-9BE8-44F0-88A1-03BBE25137A5}" destId="{BF6FFC36-7AE1-42CC-A76E-B69BE2DF2F81}" srcOrd="15" destOrd="0" presId="urn:microsoft.com/office/officeart/2005/8/layout/list1"/>
    <dgm:cxn modelId="{61B1B7A2-8D28-45C4-9EBD-2453DA50FED3}" type="presParOf" srcId="{292C3AE7-9BE8-44F0-88A1-03BBE25137A5}" destId="{CD815F19-7E5E-41D1-83B7-BDC53FCD1886}" srcOrd="16" destOrd="0" presId="urn:microsoft.com/office/officeart/2005/8/layout/list1"/>
    <dgm:cxn modelId="{AAD79DDC-27FC-4EB8-85E7-93D3AF30B005}" type="presParOf" srcId="{CD815F19-7E5E-41D1-83B7-BDC53FCD1886}" destId="{EA098FD0-20EA-43B8-8755-5FDE8FFDF00D}" srcOrd="0" destOrd="0" presId="urn:microsoft.com/office/officeart/2005/8/layout/list1"/>
    <dgm:cxn modelId="{EB7C2F33-770D-4F5F-BCAC-CCFD66B523E5}" type="presParOf" srcId="{CD815F19-7E5E-41D1-83B7-BDC53FCD1886}" destId="{73FDB3C7-DD11-4504-A35F-1E0E3C8B0AE4}" srcOrd="1" destOrd="0" presId="urn:microsoft.com/office/officeart/2005/8/layout/list1"/>
    <dgm:cxn modelId="{24403881-ACEC-4998-B748-F0D4789B3193}" type="presParOf" srcId="{292C3AE7-9BE8-44F0-88A1-03BBE25137A5}" destId="{41B9F796-A49E-480F-8D1E-9D391BFA299C}" srcOrd="17" destOrd="0" presId="urn:microsoft.com/office/officeart/2005/8/layout/list1"/>
    <dgm:cxn modelId="{8E574D36-6D19-4D68-88C2-68F6BA278F41}" type="presParOf" srcId="{292C3AE7-9BE8-44F0-88A1-03BBE25137A5}" destId="{AAA75778-B273-4BF2-8C8B-9039D91A672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BFE3BBE-7E32-4AB0-8488-47F8F0AB494D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A812659-407F-4D63-9210-6EDAEF966C0C}">
      <dgm:prSet/>
      <dgm:spPr/>
      <dgm:t>
        <a:bodyPr/>
        <a:lstStyle/>
        <a:p>
          <a:r>
            <a:rPr lang="en-US" b="0" i="0" baseline="0"/>
            <a:t>Ngôn ngữ: Python</a:t>
          </a:r>
          <a:endParaRPr lang="en-US"/>
        </a:p>
      </dgm:t>
    </dgm:pt>
    <dgm:pt modelId="{39099E93-08AE-427A-A4B2-B1BF36A56E00}" type="parTrans" cxnId="{C6214CD5-BD1E-4B60-A1ED-43B51108420C}">
      <dgm:prSet/>
      <dgm:spPr/>
      <dgm:t>
        <a:bodyPr/>
        <a:lstStyle/>
        <a:p>
          <a:endParaRPr lang="en-US"/>
        </a:p>
      </dgm:t>
    </dgm:pt>
    <dgm:pt modelId="{25FB9928-9C6B-46A3-B640-969A4BC92ABF}" type="sibTrans" cxnId="{C6214CD5-BD1E-4B60-A1ED-43B51108420C}">
      <dgm:prSet/>
      <dgm:spPr/>
      <dgm:t>
        <a:bodyPr/>
        <a:lstStyle/>
        <a:p>
          <a:endParaRPr lang="en-US"/>
        </a:p>
      </dgm:t>
    </dgm:pt>
    <dgm:pt modelId="{F5E195CD-34B9-4A0D-9302-26DF62C1D48E}">
      <dgm:prSet/>
      <dgm:spPr/>
      <dgm:t>
        <a:bodyPr/>
        <a:lstStyle/>
        <a:p>
          <a:r>
            <a:rPr lang="en-US" b="0" i="0" baseline="0"/>
            <a:t>Chạy trên môi trường Console</a:t>
          </a:r>
          <a:endParaRPr lang="en-US"/>
        </a:p>
      </dgm:t>
    </dgm:pt>
    <dgm:pt modelId="{56B88987-A42F-4F0B-AA85-0E36F2A3BCEB}" type="parTrans" cxnId="{809CF455-129B-4152-887D-E94F93A139F6}">
      <dgm:prSet/>
      <dgm:spPr/>
      <dgm:t>
        <a:bodyPr/>
        <a:lstStyle/>
        <a:p>
          <a:endParaRPr lang="en-US"/>
        </a:p>
      </dgm:t>
    </dgm:pt>
    <dgm:pt modelId="{BC9D88BD-3C59-4318-AE67-895A489A424D}" type="sibTrans" cxnId="{809CF455-129B-4152-887D-E94F93A139F6}">
      <dgm:prSet/>
      <dgm:spPr/>
      <dgm:t>
        <a:bodyPr/>
        <a:lstStyle/>
        <a:p>
          <a:endParaRPr lang="en-US"/>
        </a:p>
      </dgm:t>
    </dgm:pt>
    <dgm:pt modelId="{BD90ABD5-E9E8-4FDA-822A-C6B497434582}">
      <dgm:prSet/>
      <dgm:spPr/>
      <dgm:t>
        <a:bodyPr/>
        <a:lstStyle/>
        <a:p>
          <a:r>
            <a:rPr lang="en-US" b="0" i="0" baseline="0"/>
            <a:t>Sử dụng Dictionary và Function</a:t>
          </a:r>
          <a:endParaRPr lang="en-US"/>
        </a:p>
      </dgm:t>
    </dgm:pt>
    <dgm:pt modelId="{7D8D946E-7ACA-40F7-A3B4-6279061FBBB3}" type="parTrans" cxnId="{C773762F-4798-4286-9DAF-9841C9A9F267}">
      <dgm:prSet/>
      <dgm:spPr/>
      <dgm:t>
        <a:bodyPr/>
        <a:lstStyle/>
        <a:p>
          <a:endParaRPr lang="en-US"/>
        </a:p>
      </dgm:t>
    </dgm:pt>
    <dgm:pt modelId="{2E6BA943-3020-4F49-9984-65792E59C238}" type="sibTrans" cxnId="{C773762F-4798-4286-9DAF-9841C9A9F267}">
      <dgm:prSet/>
      <dgm:spPr/>
      <dgm:t>
        <a:bodyPr/>
        <a:lstStyle/>
        <a:p>
          <a:endParaRPr lang="en-US"/>
        </a:p>
      </dgm:t>
    </dgm:pt>
    <dgm:pt modelId="{1CD4EA63-BC26-473C-8A60-038899125F8E}">
      <dgm:prSet/>
      <dgm:spPr/>
      <dgm:t>
        <a:bodyPr/>
        <a:lstStyle/>
        <a:p>
          <a:r>
            <a:rPr lang="en-US" b="0" i="0" baseline="0"/>
            <a:t>Dễ bảo trì và mở rộng</a:t>
          </a:r>
          <a:endParaRPr lang="en-US"/>
        </a:p>
      </dgm:t>
    </dgm:pt>
    <dgm:pt modelId="{569108AD-B4FE-4D56-8047-CD046B85274A}" type="parTrans" cxnId="{208E97B6-0D23-4019-AB6B-FE774517E713}">
      <dgm:prSet/>
      <dgm:spPr/>
      <dgm:t>
        <a:bodyPr/>
        <a:lstStyle/>
        <a:p>
          <a:endParaRPr lang="en-US"/>
        </a:p>
      </dgm:t>
    </dgm:pt>
    <dgm:pt modelId="{21F66502-D06E-4578-A8F5-C5EF467BB066}" type="sibTrans" cxnId="{208E97B6-0D23-4019-AB6B-FE774517E713}">
      <dgm:prSet/>
      <dgm:spPr/>
      <dgm:t>
        <a:bodyPr/>
        <a:lstStyle/>
        <a:p>
          <a:endParaRPr lang="en-US"/>
        </a:p>
      </dgm:t>
    </dgm:pt>
    <dgm:pt modelId="{34D06584-00C8-4E4B-8587-43BF17F562F7}" type="pres">
      <dgm:prSet presAssocID="{CBFE3BBE-7E32-4AB0-8488-47F8F0AB494D}" presName="outerComposite" presStyleCnt="0">
        <dgm:presLayoutVars>
          <dgm:chMax val="5"/>
          <dgm:dir/>
          <dgm:resizeHandles val="exact"/>
        </dgm:presLayoutVars>
      </dgm:prSet>
      <dgm:spPr/>
    </dgm:pt>
    <dgm:pt modelId="{6B502F5E-CE71-407E-A647-9EFDDAA605D9}" type="pres">
      <dgm:prSet presAssocID="{CBFE3BBE-7E32-4AB0-8488-47F8F0AB494D}" presName="dummyMaxCanvas" presStyleCnt="0">
        <dgm:presLayoutVars/>
      </dgm:prSet>
      <dgm:spPr/>
    </dgm:pt>
    <dgm:pt modelId="{CD8439CF-8004-470B-A692-DA622E066D8A}" type="pres">
      <dgm:prSet presAssocID="{CBFE3BBE-7E32-4AB0-8488-47F8F0AB494D}" presName="FourNodes_1" presStyleLbl="node1" presStyleIdx="0" presStyleCnt="4">
        <dgm:presLayoutVars>
          <dgm:bulletEnabled val="1"/>
        </dgm:presLayoutVars>
      </dgm:prSet>
      <dgm:spPr/>
    </dgm:pt>
    <dgm:pt modelId="{ABB398A4-17AA-475C-9FF5-0761F845204A}" type="pres">
      <dgm:prSet presAssocID="{CBFE3BBE-7E32-4AB0-8488-47F8F0AB494D}" presName="FourNodes_2" presStyleLbl="node1" presStyleIdx="1" presStyleCnt="4">
        <dgm:presLayoutVars>
          <dgm:bulletEnabled val="1"/>
        </dgm:presLayoutVars>
      </dgm:prSet>
      <dgm:spPr/>
    </dgm:pt>
    <dgm:pt modelId="{AE551DFF-6CB1-49D7-A301-B5D2E9F695F3}" type="pres">
      <dgm:prSet presAssocID="{CBFE3BBE-7E32-4AB0-8488-47F8F0AB494D}" presName="FourNodes_3" presStyleLbl="node1" presStyleIdx="2" presStyleCnt="4">
        <dgm:presLayoutVars>
          <dgm:bulletEnabled val="1"/>
        </dgm:presLayoutVars>
      </dgm:prSet>
      <dgm:spPr/>
    </dgm:pt>
    <dgm:pt modelId="{A6A0C7BD-300C-404F-9F03-E7A445FECBB6}" type="pres">
      <dgm:prSet presAssocID="{CBFE3BBE-7E32-4AB0-8488-47F8F0AB494D}" presName="FourNodes_4" presStyleLbl="node1" presStyleIdx="3" presStyleCnt="4">
        <dgm:presLayoutVars>
          <dgm:bulletEnabled val="1"/>
        </dgm:presLayoutVars>
      </dgm:prSet>
      <dgm:spPr/>
    </dgm:pt>
    <dgm:pt modelId="{A1D47689-DE62-4F11-AC2E-C4F55B189CF2}" type="pres">
      <dgm:prSet presAssocID="{CBFE3BBE-7E32-4AB0-8488-47F8F0AB494D}" presName="FourConn_1-2" presStyleLbl="fgAccFollowNode1" presStyleIdx="0" presStyleCnt="3">
        <dgm:presLayoutVars>
          <dgm:bulletEnabled val="1"/>
        </dgm:presLayoutVars>
      </dgm:prSet>
      <dgm:spPr/>
    </dgm:pt>
    <dgm:pt modelId="{A7231523-7CEE-4938-947C-E5B1C56A48BB}" type="pres">
      <dgm:prSet presAssocID="{CBFE3BBE-7E32-4AB0-8488-47F8F0AB494D}" presName="FourConn_2-3" presStyleLbl="fgAccFollowNode1" presStyleIdx="1" presStyleCnt="3">
        <dgm:presLayoutVars>
          <dgm:bulletEnabled val="1"/>
        </dgm:presLayoutVars>
      </dgm:prSet>
      <dgm:spPr/>
    </dgm:pt>
    <dgm:pt modelId="{6FADBD5F-E3E6-462D-ACA6-16C50A157F9F}" type="pres">
      <dgm:prSet presAssocID="{CBFE3BBE-7E32-4AB0-8488-47F8F0AB494D}" presName="FourConn_3-4" presStyleLbl="fgAccFollowNode1" presStyleIdx="2" presStyleCnt="3">
        <dgm:presLayoutVars>
          <dgm:bulletEnabled val="1"/>
        </dgm:presLayoutVars>
      </dgm:prSet>
      <dgm:spPr/>
    </dgm:pt>
    <dgm:pt modelId="{0B6719C5-155E-4A9E-BFEB-B542B2F2B538}" type="pres">
      <dgm:prSet presAssocID="{CBFE3BBE-7E32-4AB0-8488-47F8F0AB494D}" presName="FourNodes_1_text" presStyleLbl="node1" presStyleIdx="3" presStyleCnt="4">
        <dgm:presLayoutVars>
          <dgm:bulletEnabled val="1"/>
        </dgm:presLayoutVars>
      </dgm:prSet>
      <dgm:spPr/>
    </dgm:pt>
    <dgm:pt modelId="{66035EF5-D10D-4944-A117-A1535F7632DE}" type="pres">
      <dgm:prSet presAssocID="{CBFE3BBE-7E32-4AB0-8488-47F8F0AB494D}" presName="FourNodes_2_text" presStyleLbl="node1" presStyleIdx="3" presStyleCnt="4">
        <dgm:presLayoutVars>
          <dgm:bulletEnabled val="1"/>
        </dgm:presLayoutVars>
      </dgm:prSet>
      <dgm:spPr/>
    </dgm:pt>
    <dgm:pt modelId="{F989F3F0-AC86-4563-ACA2-C2DE838ABEB6}" type="pres">
      <dgm:prSet presAssocID="{CBFE3BBE-7E32-4AB0-8488-47F8F0AB494D}" presName="FourNodes_3_text" presStyleLbl="node1" presStyleIdx="3" presStyleCnt="4">
        <dgm:presLayoutVars>
          <dgm:bulletEnabled val="1"/>
        </dgm:presLayoutVars>
      </dgm:prSet>
      <dgm:spPr/>
    </dgm:pt>
    <dgm:pt modelId="{14D6543B-4D76-498A-94BF-A54104304CE3}" type="pres">
      <dgm:prSet presAssocID="{CBFE3BBE-7E32-4AB0-8488-47F8F0AB494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B7CCA00-243A-42DF-AC15-067C9015FCFB}" type="presOf" srcId="{BD90ABD5-E9E8-4FDA-822A-C6B497434582}" destId="{F989F3F0-AC86-4563-ACA2-C2DE838ABEB6}" srcOrd="1" destOrd="0" presId="urn:microsoft.com/office/officeart/2005/8/layout/vProcess5"/>
    <dgm:cxn modelId="{C58B7724-F914-4BB7-8BE5-E92AD6F5D44E}" type="presOf" srcId="{BD90ABD5-E9E8-4FDA-822A-C6B497434582}" destId="{AE551DFF-6CB1-49D7-A301-B5D2E9F695F3}" srcOrd="0" destOrd="0" presId="urn:microsoft.com/office/officeart/2005/8/layout/vProcess5"/>
    <dgm:cxn modelId="{C773762F-4798-4286-9DAF-9841C9A9F267}" srcId="{CBFE3BBE-7E32-4AB0-8488-47F8F0AB494D}" destId="{BD90ABD5-E9E8-4FDA-822A-C6B497434582}" srcOrd="2" destOrd="0" parTransId="{7D8D946E-7ACA-40F7-A3B4-6279061FBBB3}" sibTransId="{2E6BA943-3020-4F49-9984-65792E59C238}"/>
    <dgm:cxn modelId="{809CF455-129B-4152-887D-E94F93A139F6}" srcId="{CBFE3BBE-7E32-4AB0-8488-47F8F0AB494D}" destId="{F5E195CD-34B9-4A0D-9302-26DF62C1D48E}" srcOrd="1" destOrd="0" parTransId="{56B88987-A42F-4F0B-AA85-0E36F2A3BCEB}" sibTransId="{BC9D88BD-3C59-4318-AE67-895A489A424D}"/>
    <dgm:cxn modelId="{971E3E56-25B0-455E-B92A-EA2FB2F1CE6B}" type="presOf" srcId="{CA812659-407F-4D63-9210-6EDAEF966C0C}" destId="{CD8439CF-8004-470B-A692-DA622E066D8A}" srcOrd="0" destOrd="0" presId="urn:microsoft.com/office/officeart/2005/8/layout/vProcess5"/>
    <dgm:cxn modelId="{F6CD7E84-585A-4C6D-8D18-4429B574056D}" type="presOf" srcId="{25FB9928-9C6B-46A3-B640-969A4BC92ABF}" destId="{A1D47689-DE62-4F11-AC2E-C4F55B189CF2}" srcOrd="0" destOrd="0" presId="urn:microsoft.com/office/officeart/2005/8/layout/vProcess5"/>
    <dgm:cxn modelId="{8FEBE096-5674-4444-9290-15086F50783C}" type="presOf" srcId="{1CD4EA63-BC26-473C-8A60-038899125F8E}" destId="{A6A0C7BD-300C-404F-9F03-E7A445FECBB6}" srcOrd="0" destOrd="0" presId="urn:microsoft.com/office/officeart/2005/8/layout/vProcess5"/>
    <dgm:cxn modelId="{054E3B9D-C3D6-4A50-A5F1-139AF0892C7A}" type="presOf" srcId="{CBFE3BBE-7E32-4AB0-8488-47F8F0AB494D}" destId="{34D06584-00C8-4E4B-8587-43BF17F562F7}" srcOrd="0" destOrd="0" presId="urn:microsoft.com/office/officeart/2005/8/layout/vProcess5"/>
    <dgm:cxn modelId="{3E97F0AF-1A8B-4E88-A3FE-60EA5705F3B5}" type="presOf" srcId="{BC9D88BD-3C59-4318-AE67-895A489A424D}" destId="{A7231523-7CEE-4938-947C-E5B1C56A48BB}" srcOrd="0" destOrd="0" presId="urn:microsoft.com/office/officeart/2005/8/layout/vProcess5"/>
    <dgm:cxn modelId="{208E97B6-0D23-4019-AB6B-FE774517E713}" srcId="{CBFE3BBE-7E32-4AB0-8488-47F8F0AB494D}" destId="{1CD4EA63-BC26-473C-8A60-038899125F8E}" srcOrd="3" destOrd="0" parTransId="{569108AD-B4FE-4D56-8047-CD046B85274A}" sibTransId="{21F66502-D06E-4578-A8F5-C5EF467BB066}"/>
    <dgm:cxn modelId="{456280BA-DC6B-4658-A863-6B6D95EB81F5}" type="presOf" srcId="{1CD4EA63-BC26-473C-8A60-038899125F8E}" destId="{14D6543B-4D76-498A-94BF-A54104304CE3}" srcOrd="1" destOrd="0" presId="urn:microsoft.com/office/officeart/2005/8/layout/vProcess5"/>
    <dgm:cxn modelId="{2C291DCA-73A0-4B11-A495-912EBAC6FB37}" type="presOf" srcId="{2E6BA943-3020-4F49-9984-65792E59C238}" destId="{6FADBD5F-E3E6-462D-ACA6-16C50A157F9F}" srcOrd="0" destOrd="0" presId="urn:microsoft.com/office/officeart/2005/8/layout/vProcess5"/>
    <dgm:cxn modelId="{AF7417CF-3CF6-4E23-848F-7B53D48AFF40}" type="presOf" srcId="{F5E195CD-34B9-4A0D-9302-26DF62C1D48E}" destId="{ABB398A4-17AA-475C-9FF5-0761F845204A}" srcOrd="0" destOrd="0" presId="urn:microsoft.com/office/officeart/2005/8/layout/vProcess5"/>
    <dgm:cxn modelId="{2187FED1-F616-4BE7-AE71-DCF7CCA56E30}" type="presOf" srcId="{F5E195CD-34B9-4A0D-9302-26DF62C1D48E}" destId="{66035EF5-D10D-4944-A117-A1535F7632DE}" srcOrd="1" destOrd="0" presId="urn:microsoft.com/office/officeart/2005/8/layout/vProcess5"/>
    <dgm:cxn modelId="{C6214CD5-BD1E-4B60-A1ED-43B51108420C}" srcId="{CBFE3BBE-7E32-4AB0-8488-47F8F0AB494D}" destId="{CA812659-407F-4D63-9210-6EDAEF966C0C}" srcOrd="0" destOrd="0" parTransId="{39099E93-08AE-427A-A4B2-B1BF36A56E00}" sibTransId="{25FB9928-9C6B-46A3-B640-969A4BC92ABF}"/>
    <dgm:cxn modelId="{02933CF1-1234-4177-AA69-48E50323D311}" type="presOf" srcId="{CA812659-407F-4D63-9210-6EDAEF966C0C}" destId="{0B6719C5-155E-4A9E-BFEB-B542B2F2B538}" srcOrd="1" destOrd="0" presId="urn:microsoft.com/office/officeart/2005/8/layout/vProcess5"/>
    <dgm:cxn modelId="{37FD8004-E7D4-48F7-88B6-00731CABBBFD}" type="presParOf" srcId="{34D06584-00C8-4E4B-8587-43BF17F562F7}" destId="{6B502F5E-CE71-407E-A647-9EFDDAA605D9}" srcOrd="0" destOrd="0" presId="urn:microsoft.com/office/officeart/2005/8/layout/vProcess5"/>
    <dgm:cxn modelId="{BCA640FD-42DB-4165-959F-9B0136E0C838}" type="presParOf" srcId="{34D06584-00C8-4E4B-8587-43BF17F562F7}" destId="{CD8439CF-8004-470B-A692-DA622E066D8A}" srcOrd="1" destOrd="0" presId="urn:microsoft.com/office/officeart/2005/8/layout/vProcess5"/>
    <dgm:cxn modelId="{51043672-1882-409B-90D3-8BD38A15E859}" type="presParOf" srcId="{34D06584-00C8-4E4B-8587-43BF17F562F7}" destId="{ABB398A4-17AA-475C-9FF5-0761F845204A}" srcOrd="2" destOrd="0" presId="urn:microsoft.com/office/officeart/2005/8/layout/vProcess5"/>
    <dgm:cxn modelId="{490825D9-B84E-49D0-87EA-EDC337BD9E91}" type="presParOf" srcId="{34D06584-00C8-4E4B-8587-43BF17F562F7}" destId="{AE551DFF-6CB1-49D7-A301-B5D2E9F695F3}" srcOrd="3" destOrd="0" presId="urn:microsoft.com/office/officeart/2005/8/layout/vProcess5"/>
    <dgm:cxn modelId="{529D6D48-37B8-46FA-894D-B397E0D9AE20}" type="presParOf" srcId="{34D06584-00C8-4E4B-8587-43BF17F562F7}" destId="{A6A0C7BD-300C-404F-9F03-E7A445FECBB6}" srcOrd="4" destOrd="0" presId="urn:microsoft.com/office/officeart/2005/8/layout/vProcess5"/>
    <dgm:cxn modelId="{B66DD72C-29D6-402B-9283-5830A24EC41D}" type="presParOf" srcId="{34D06584-00C8-4E4B-8587-43BF17F562F7}" destId="{A1D47689-DE62-4F11-AC2E-C4F55B189CF2}" srcOrd="5" destOrd="0" presId="urn:microsoft.com/office/officeart/2005/8/layout/vProcess5"/>
    <dgm:cxn modelId="{56DB82F6-BC19-460E-8864-9AB4C9D8CA63}" type="presParOf" srcId="{34D06584-00C8-4E4B-8587-43BF17F562F7}" destId="{A7231523-7CEE-4938-947C-E5B1C56A48BB}" srcOrd="6" destOrd="0" presId="urn:microsoft.com/office/officeart/2005/8/layout/vProcess5"/>
    <dgm:cxn modelId="{8BA9DD13-0530-4C5E-93FD-DCC07586728E}" type="presParOf" srcId="{34D06584-00C8-4E4B-8587-43BF17F562F7}" destId="{6FADBD5F-E3E6-462D-ACA6-16C50A157F9F}" srcOrd="7" destOrd="0" presId="urn:microsoft.com/office/officeart/2005/8/layout/vProcess5"/>
    <dgm:cxn modelId="{FD7F7332-1A29-468C-9DB7-446D5755F8F2}" type="presParOf" srcId="{34D06584-00C8-4E4B-8587-43BF17F562F7}" destId="{0B6719C5-155E-4A9E-BFEB-B542B2F2B538}" srcOrd="8" destOrd="0" presId="urn:microsoft.com/office/officeart/2005/8/layout/vProcess5"/>
    <dgm:cxn modelId="{9D1B3C50-B528-43B2-AFDF-7A82603A577E}" type="presParOf" srcId="{34D06584-00C8-4E4B-8587-43BF17F562F7}" destId="{66035EF5-D10D-4944-A117-A1535F7632DE}" srcOrd="9" destOrd="0" presId="urn:microsoft.com/office/officeart/2005/8/layout/vProcess5"/>
    <dgm:cxn modelId="{8EA89AC5-D988-498F-84E6-8B8B1FB23BF1}" type="presParOf" srcId="{34D06584-00C8-4E4B-8587-43BF17F562F7}" destId="{F989F3F0-AC86-4563-ACA2-C2DE838ABEB6}" srcOrd="10" destOrd="0" presId="urn:microsoft.com/office/officeart/2005/8/layout/vProcess5"/>
    <dgm:cxn modelId="{E41642B4-A98C-4B79-9D01-F5506B4E38AD}" type="presParOf" srcId="{34D06584-00C8-4E4B-8587-43BF17F562F7}" destId="{14D6543B-4D76-498A-94BF-A54104304CE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727459A-2BA9-453C-8104-060E49D63F2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D4D903C-5AB2-4461-AA12-F50923D68C60}">
      <dgm:prSet/>
      <dgm:spPr/>
      <dgm:t>
        <a:bodyPr/>
        <a:lstStyle/>
        <a:p>
          <a:r>
            <a:rPr lang="vi-VN" b="1"/>
            <a:t>Đầu vào</a:t>
          </a:r>
          <a:endParaRPr lang="en-US"/>
        </a:p>
      </dgm:t>
    </dgm:pt>
    <dgm:pt modelId="{FAA5D3AF-9EC5-491A-90D1-4C839715530B}" type="parTrans" cxnId="{80BDD48D-3D20-4F87-BE28-3394E5B2D6E0}">
      <dgm:prSet/>
      <dgm:spPr/>
      <dgm:t>
        <a:bodyPr/>
        <a:lstStyle/>
        <a:p>
          <a:endParaRPr lang="en-US"/>
        </a:p>
      </dgm:t>
    </dgm:pt>
    <dgm:pt modelId="{A6F55C4D-1900-4EBE-9ADD-BE40B2843A7C}" type="sibTrans" cxnId="{80BDD48D-3D20-4F87-BE28-3394E5B2D6E0}">
      <dgm:prSet/>
      <dgm:spPr/>
      <dgm:t>
        <a:bodyPr/>
        <a:lstStyle/>
        <a:p>
          <a:endParaRPr lang="en-US"/>
        </a:p>
      </dgm:t>
    </dgm:pt>
    <dgm:pt modelId="{C19BDBEA-1EE9-439B-BF28-EBECE92B244F}">
      <dgm:prSet/>
      <dgm:spPr/>
      <dgm:t>
        <a:bodyPr/>
        <a:lstStyle/>
        <a:p>
          <a:r>
            <a:rPr lang="vi-VN"/>
            <a:t>Thu nhập từng tháng</a:t>
          </a:r>
          <a:endParaRPr lang="en-US"/>
        </a:p>
      </dgm:t>
    </dgm:pt>
    <dgm:pt modelId="{3CDA0715-967F-4ED5-9625-C42E2A20EA06}" type="parTrans" cxnId="{C7AB30CA-887D-40A0-B8A1-D30C6F424B56}">
      <dgm:prSet/>
      <dgm:spPr/>
      <dgm:t>
        <a:bodyPr/>
        <a:lstStyle/>
        <a:p>
          <a:endParaRPr lang="en-US"/>
        </a:p>
      </dgm:t>
    </dgm:pt>
    <dgm:pt modelId="{8F967C6C-E13B-412C-BE06-C3B9C0DC3B25}" type="sibTrans" cxnId="{C7AB30CA-887D-40A0-B8A1-D30C6F424B56}">
      <dgm:prSet/>
      <dgm:spPr/>
      <dgm:t>
        <a:bodyPr/>
        <a:lstStyle/>
        <a:p>
          <a:endParaRPr lang="en-US"/>
        </a:p>
      </dgm:t>
    </dgm:pt>
    <dgm:pt modelId="{6F4403EA-2617-4FC4-B41F-880F89D591D5}">
      <dgm:prSet/>
      <dgm:spPr/>
      <dgm:t>
        <a:bodyPr/>
        <a:lstStyle/>
        <a:p>
          <a:r>
            <a:rPr lang="vi-VN"/>
            <a:t>Số người phụ thuộc</a:t>
          </a:r>
          <a:endParaRPr lang="en-US"/>
        </a:p>
      </dgm:t>
    </dgm:pt>
    <dgm:pt modelId="{E0E6EB55-702D-4872-B7B3-6D5DA40D5102}" type="parTrans" cxnId="{918FB0AA-E6FA-46B1-8FD5-B84E3EF93C1D}">
      <dgm:prSet/>
      <dgm:spPr/>
      <dgm:t>
        <a:bodyPr/>
        <a:lstStyle/>
        <a:p>
          <a:endParaRPr lang="en-US"/>
        </a:p>
      </dgm:t>
    </dgm:pt>
    <dgm:pt modelId="{79456CB4-FE2E-4A88-9F5E-0F87F2D1A3B7}" type="sibTrans" cxnId="{918FB0AA-E6FA-46B1-8FD5-B84E3EF93C1D}">
      <dgm:prSet/>
      <dgm:spPr/>
      <dgm:t>
        <a:bodyPr/>
        <a:lstStyle/>
        <a:p>
          <a:endParaRPr lang="en-US"/>
        </a:p>
      </dgm:t>
    </dgm:pt>
    <dgm:pt modelId="{0E7D68A5-8E67-4DBD-A6D3-AE3DD7BEB0B6}">
      <dgm:prSet/>
      <dgm:spPr/>
      <dgm:t>
        <a:bodyPr/>
        <a:lstStyle/>
        <a:p>
          <a:r>
            <a:rPr lang="vi-VN" b="1"/>
            <a:t>Xử lý</a:t>
          </a:r>
          <a:endParaRPr lang="en-US"/>
        </a:p>
      </dgm:t>
    </dgm:pt>
    <dgm:pt modelId="{BA1A5F96-E34F-4D07-AD96-83747A8A057B}" type="parTrans" cxnId="{3D2FCB51-90ED-4F4A-A997-7A425A5AF748}">
      <dgm:prSet/>
      <dgm:spPr/>
      <dgm:t>
        <a:bodyPr/>
        <a:lstStyle/>
        <a:p>
          <a:endParaRPr lang="en-US"/>
        </a:p>
      </dgm:t>
    </dgm:pt>
    <dgm:pt modelId="{8019AC72-7D16-4747-94CA-135C559266AA}" type="sibTrans" cxnId="{3D2FCB51-90ED-4F4A-A997-7A425A5AF748}">
      <dgm:prSet/>
      <dgm:spPr/>
      <dgm:t>
        <a:bodyPr/>
        <a:lstStyle/>
        <a:p>
          <a:endParaRPr lang="en-US"/>
        </a:p>
      </dgm:t>
    </dgm:pt>
    <dgm:pt modelId="{52E16ABD-5D70-4644-AF4A-6486EBF4E795}">
      <dgm:prSet/>
      <dgm:spPr/>
      <dgm:t>
        <a:bodyPr/>
        <a:lstStyle/>
        <a:p>
          <a:r>
            <a:rPr lang="vi-VN"/>
            <a:t>Tính thu nhập chịu thuế</a:t>
          </a:r>
          <a:endParaRPr lang="en-US"/>
        </a:p>
      </dgm:t>
    </dgm:pt>
    <dgm:pt modelId="{FB341D55-AC40-4C2A-9EA5-532D0D8C9396}" type="parTrans" cxnId="{FF0EF628-EFC2-4974-8E12-952B0BC8F46A}">
      <dgm:prSet/>
      <dgm:spPr/>
      <dgm:t>
        <a:bodyPr/>
        <a:lstStyle/>
        <a:p>
          <a:endParaRPr lang="en-US"/>
        </a:p>
      </dgm:t>
    </dgm:pt>
    <dgm:pt modelId="{6218BC28-4F4C-4B69-A156-CA548864AF7C}" type="sibTrans" cxnId="{FF0EF628-EFC2-4974-8E12-952B0BC8F46A}">
      <dgm:prSet/>
      <dgm:spPr/>
      <dgm:t>
        <a:bodyPr/>
        <a:lstStyle/>
        <a:p>
          <a:endParaRPr lang="en-US"/>
        </a:p>
      </dgm:t>
    </dgm:pt>
    <dgm:pt modelId="{31D92577-BB64-4BD3-9E74-A867B6F50503}">
      <dgm:prSet/>
      <dgm:spPr/>
      <dgm:t>
        <a:bodyPr/>
        <a:lstStyle/>
        <a:p>
          <a:r>
            <a:rPr lang="vi-VN"/>
            <a:t>Áp dụng biểu thuế lũy tiến</a:t>
          </a:r>
          <a:endParaRPr lang="en-US"/>
        </a:p>
      </dgm:t>
    </dgm:pt>
    <dgm:pt modelId="{1A7D7A47-11F7-4487-81FC-6AE8800DC5DE}" type="parTrans" cxnId="{3F909F32-A60F-409C-9FC9-5EE06F6CEEE6}">
      <dgm:prSet/>
      <dgm:spPr/>
      <dgm:t>
        <a:bodyPr/>
        <a:lstStyle/>
        <a:p>
          <a:endParaRPr lang="en-US"/>
        </a:p>
      </dgm:t>
    </dgm:pt>
    <dgm:pt modelId="{14DF7A14-C2D2-44CC-95DF-1658835E468E}" type="sibTrans" cxnId="{3F909F32-A60F-409C-9FC9-5EE06F6CEEE6}">
      <dgm:prSet/>
      <dgm:spPr/>
      <dgm:t>
        <a:bodyPr/>
        <a:lstStyle/>
        <a:p>
          <a:endParaRPr lang="en-US"/>
        </a:p>
      </dgm:t>
    </dgm:pt>
    <dgm:pt modelId="{AAC64341-F693-4624-9AE8-80F355A397CA}">
      <dgm:prSet/>
      <dgm:spPr/>
      <dgm:t>
        <a:bodyPr/>
        <a:lstStyle/>
        <a:p>
          <a:r>
            <a:rPr lang="vi-VN" b="1"/>
            <a:t>Đầu ra</a:t>
          </a:r>
          <a:endParaRPr lang="en-US"/>
        </a:p>
      </dgm:t>
    </dgm:pt>
    <dgm:pt modelId="{D97BD3F2-9EBA-4DD4-AB9F-361BB175B3D4}" type="parTrans" cxnId="{329DF0DA-C671-493E-B86A-EC30C0384487}">
      <dgm:prSet/>
      <dgm:spPr/>
      <dgm:t>
        <a:bodyPr/>
        <a:lstStyle/>
        <a:p>
          <a:endParaRPr lang="en-US"/>
        </a:p>
      </dgm:t>
    </dgm:pt>
    <dgm:pt modelId="{8B101B6C-727C-48FB-882A-AF7C108FA7ED}" type="sibTrans" cxnId="{329DF0DA-C671-493E-B86A-EC30C0384487}">
      <dgm:prSet/>
      <dgm:spPr/>
      <dgm:t>
        <a:bodyPr/>
        <a:lstStyle/>
        <a:p>
          <a:endParaRPr lang="en-US"/>
        </a:p>
      </dgm:t>
    </dgm:pt>
    <dgm:pt modelId="{3022265A-F618-47DA-A853-97D82D7E9C01}">
      <dgm:prSet/>
      <dgm:spPr/>
      <dgm:t>
        <a:bodyPr/>
        <a:lstStyle/>
        <a:p>
          <a:r>
            <a:rPr lang="vi-VN"/>
            <a:t>Thuế TNCN từng tháng</a:t>
          </a:r>
          <a:endParaRPr lang="en-US"/>
        </a:p>
      </dgm:t>
    </dgm:pt>
    <dgm:pt modelId="{125BBD91-B77F-4CF8-B169-442965E3BFC5}" type="parTrans" cxnId="{4DB4DC49-E95C-4ABA-AACD-75F34602466F}">
      <dgm:prSet/>
      <dgm:spPr/>
      <dgm:t>
        <a:bodyPr/>
        <a:lstStyle/>
        <a:p>
          <a:endParaRPr lang="en-US"/>
        </a:p>
      </dgm:t>
    </dgm:pt>
    <dgm:pt modelId="{73E63E47-B0F3-4BD4-B48E-6C853B11A9AA}" type="sibTrans" cxnId="{4DB4DC49-E95C-4ABA-AACD-75F34602466F}">
      <dgm:prSet/>
      <dgm:spPr/>
      <dgm:t>
        <a:bodyPr/>
        <a:lstStyle/>
        <a:p>
          <a:endParaRPr lang="en-US"/>
        </a:p>
      </dgm:t>
    </dgm:pt>
    <dgm:pt modelId="{F21063B3-3E6A-4164-A903-0BDE1AB62673}">
      <dgm:prSet/>
      <dgm:spPr/>
      <dgm:t>
        <a:bodyPr/>
        <a:lstStyle/>
        <a:p>
          <a:r>
            <a:rPr lang="vi-VN"/>
            <a:t>Tổng thuế TNCN năm</a:t>
          </a:r>
          <a:endParaRPr lang="en-US"/>
        </a:p>
      </dgm:t>
    </dgm:pt>
    <dgm:pt modelId="{59B5A16A-4734-4A46-80C6-AD054C8166EE}" type="parTrans" cxnId="{46102962-08C2-454B-9D7E-07E57246FD5E}">
      <dgm:prSet/>
      <dgm:spPr/>
      <dgm:t>
        <a:bodyPr/>
        <a:lstStyle/>
        <a:p>
          <a:endParaRPr lang="en-US"/>
        </a:p>
      </dgm:t>
    </dgm:pt>
    <dgm:pt modelId="{1E9FC68D-485F-4C94-8280-BB01CE62A816}" type="sibTrans" cxnId="{46102962-08C2-454B-9D7E-07E57246FD5E}">
      <dgm:prSet/>
      <dgm:spPr/>
      <dgm:t>
        <a:bodyPr/>
        <a:lstStyle/>
        <a:p>
          <a:endParaRPr lang="en-US"/>
        </a:p>
      </dgm:t>
    </dgm:pt>
    <dgm:pt modelId="{A4F608CF-FA35-41BA-B27A-E8421E99BFDD}" type="pres">
      <dgm:prSet presAssocID="{9727459A-2BA9-453C-8104-060E49D63F26}" presName="vert0" presStyleCnt="0">
        <dgm:presLayoutVars>
          <dgm:dir/>
          <dgm:animOne val="branch"/>
          <dgm:animLvl val="lvl"/>
        </dgm:presLayoutVars>
      </dgm:prSet>
      <dgm:spPr/>
    </dgm:pt>
    <dgm:pt modelId="{0AAE309F-F9ED-4917-8517-C9FCF2B33471}" type="pres">
      <dgm:prSet presAssocID="{1D4D903C-5AB2-4461-AA12-F50923D68C60}" presName="thickLine" presStyleLbl="alignNode1" presStyleIdx="0" presStyleCnt="9"/>
      <dgm:spPr/>
    </dgm:pt>
    <dgm:pt modelId="{E7AD2212-5421-4F88-B134-94C49B09392E}" type="pres">
      <dgm:prSet presAssocID="{1D4D903C-5AB2-4461-AA12-F50923D68C60}" presName="horz1" presStyleCnt="0"/>
      <dgm:spPr/>
    </dgm:pt>
    <dgm:pt modelId="{6031D80A-49E8-402A-A857-4199D400BB24}" type="pres">
      <dgm:prSet presAssocID="{1D4D903C-5AB2-4461-AA12-F50923D68C60}" presName="tx1" presStyleLbl="revTx" presStyleIdx="0" presStyleCnt="9"/>
      <dgm:spPr/>
    </dgm:pt>
    <dgm:pt modelId="{9D405081-1B61-43BE-AB26-E30799EBDB36}" type="pres">
      <dgm:prSet presAssocID="{1D4D903C-5AB2-4461-AA12-F50923D68C60}" presName="vert1" presStyleCnt="0"/>
      <dgm:spPr/>
    </dgm:pt>
    <dgm:pt modelId="{CA9ACDEB-DABB-4784-8CE9-0AA68AF85EB3}" type="pres">
      <dgm:prSet presAssocID="{C19BDBEA-1EE9-439B-BF28-EBECE92B244F}" presName="thickLine" presStyleLbl="alignNode1" presStyleIdx="1" presStyleCnt="9"/>
      <dgm:spPr/>
    </dgm:pt>
    <dgm:pt modelId="{F7250127-3616-4F75-9B92-F5F72F8E18DE}" type="pres">
      <dgm:prSet presAssocID="{C19BDBEA-1EE9-439B-BF28-EBECE92B244F}" presName="horz1" presStyleCnt="0"/>
      <dgm:spPr/>
    </dgm:pt>
    <dgm:pt modelId="{93C5F79C-ABBF-4EFC-B6A1-57CB2536FAD8}" type="pres">
      <dgm:prSet presAssocID="{C19BDBEA-1EE9-439B-BF28-EBECE92B244F}" presName="tx1" presStyleLbl="revTx" presStyleIdx="1" presStyleCnt="9"/>
      <dgm:spPr/>
    </dgm:pt>
    <dgm:pt modelId="{EFF95A09-3E67-4068-9C43-D89B880E73CD}" type="pres">
      <dgm:prSet presAssocID="{C19BDBEA-1EE9-439B-BF28-EBECE92B244F}" presName="vert1" presStyleCnt="0"/>
      <dgm:spPr/>
    </dgm:pt>
    <dgm:pt modelId="{2EB33E56-FBD0-4F28-AF75-18977E3E58BA}" type="pres">
      <dgm:prSet presAssocID="{6F4403EA-2617-4FC4-B41F-880F89D591D5}" presName="thickLine" presStyleLbl="alignNode1" presStyleIdx="2" presStyleCnt="9"/>
      <dgm:spPr/>
    </dgm:pt>
    <dgm:pt modelId="{70FA7A75-00BE-406E-BC06-4BEF897A3BA5}" type="pres">
      <dgm:prSet presAssocID="{6F4403EA-2617-4FC4-B41F-880F89D591D5}" presName="horz1" presStyleCnt="0"/>
      <dgm:spPr/>
    </dgm:pt>
    <dgm:pt modelId="{94779499-20B1-46C3-AC03-6D404F6F301C}" type="pres">
      <dgm:prSet presAssocID="{6F4403EA-2617-4FC4-B41F-880F89D591D5}" presName="tx1" presStyleLbl="revTx" presStyleIdx="2" presStyleCnt="9"/>
      <dgm:spPr/>
    </dgm:pt>
    <dgm:pt modelId="{FFB2214F-DE21-4E29-BD72-25819DA6A1DC}" type="pres">
      <dgm:prSet presAssocID="{6F4403EA-2617-4FC4-B41F-880F89D591D5}" presName="vert1" presStyleCnt="0"/>
      <dgm:spPr/>
    </dgm:pt>
    <dgm:pt modelId="{51613495-8A57-4D40-9F2B-9291ED1C82C3}" type="pres">
      <dgm:prSet presAssocID="{0E7D68A5-8E67-4DBD-A6D3-AE3DD7BEB0B6}" presName="thickLine" presStyleLbl="alignNode1" presStyleIdx="3" presStyleCnt="9"/>
      <dgm:spPr/>
    </dgm:pt>
    <dgm:pt modelId="{741BD333-77D7-4A47-9A50-DBEB70CC7F81}" type="pres">
      <dgm:prSet presAssocID="{0E7D68A5-8E67-4DBD-A6D3-AE3DD7BEB0B6}" presName="horz1" presStyleCnt="0"/>
      <dgm:spPr/>
    </dgm:pt>
    <dgm:pt modelId="{76333844-1765-49B1-B0B4-75FCDC1B527D}" type="pres">
      <dgm:prSet presAssocID="{0E7D68A5-8E67-4DBD-A6D3-AE3DD7BEB0B6}" presName="tx1" presStyleLbl="revTx" presStyleIdx="3" presStyleCnt="9"/>
      <dgm:spPr/>
    </dgm:pt>
    <dgm:pt modelId="{D16B05CC-D4FD-4B84-BE47-D05766234299}" type="pres">
      <dgm:prSet presAssocID="{0E7D68A5-8E67-4DBD-A6D3-AE3DD7BEB0B6}" presName="vert1" presStyleCnt="0"/>
      <dgm:spPr/>
    </dgm:pt>
    <dgm:pt modelId="{A0879D37-CE72-44A2-839D-7855BDDD1049}" type="pres">
      <dgm:prSet presAssocID="{52E16ABD-5D70-4644-AF4A-6486EBF4E795}" presName="thickLine" presStyleLbl="alignNode1" presStyleIdx="4" presStyleCnt="9"/>
      <dgm:spPr/>
    </dgm:pt>
    <dgm:pt modelId="{94F52CAD-F92C-4447-AFFB-B0C8A5B022D1}" type="pres">
      <dgm:prSet presAssocID="{52E16ABD-5D70-4644-AF4A-6486EBF4E795}" presName="horz1" presStyleCnt="0"/>
      <dgm:spPr/>
    </dgm:pt>
    <dgm:pt modelId="{166B51DB-ABAA-497C-A906-54531B1DAB8E}" type="pres">
      <dgm:prSet presAssocID="{52E16ABD-5D70-4644-AF4A-6486EBF4E795}" presName="tx1" presStyleLbl="revTx" presStyleIdx="4" presStyleCnt="9"/>
      <dgm:spPr/>
    </dgm:pt>
    <dgm:pt modelId="{5A4C1BE3-27AD-47BB-9062-5E633F82A7B2}" type="pres">
      <dgm:prSet presAssocID="{52E16ABD-5D70-4644-AF4A-6486EBF4E795}" presName="vert1" presStyleCnt="0"/>
      <dgm:spPr/>
    </dgm:pt>
    <dgm:pt modelId="{7114CC89-A1B8-4F80-BA47-636D4E391E95}" type="pres">
      <dgm:prSet presAssocID="{31D92577-BB64-4BD3-9E74-A867B6F50503}" presName="thickLine" presStyleLbl="alignNode1" presStyleIdx="5" presStyleCnt="9"/>
      <dgm:spPr/>
    </dgm:pt>
    <dgm:pt modelId="{E5D49F7D-5793-4F5C-BD0E-E955F574D1C1}" type="pres">
      <dgm:prSet presAssocID="{31D92577-BB64-4BD3-9E74-A867B6F50503}" presName="horz1" presStyleCnt="0"/>
      <dgm:spPr/>
    </dgm:pt>
    <dgm:pt modelId="{B04D65CB-3B0B-4AFA-8075-4C8242643B9C}" type="pres">
      <dgm:prSet presAssocID="{31D92577-BB64-4BD3-9E74-A867B6F50503}" presName="tx1" presStyleLbl="revTx" presStyleIdx="5" presStyleCnt="9"/>
      <dgm:spPr/>
    </dgm:pt>
    <dgm:pt modelId="{70F316EE-1023-4BD1-BB57-A06C420AC930}" type="pres">
      <dgm:prSet presAssocID="{31D92577-BB64-4BD3-9E74-A867B6F50503}" presName="vert1" presStyleCnt="0"/>
      <dgm:spPr/>
    </dgm:pt>
    <dgm:pt modelId="{0777B039-8CD5-4A83-837C-1497300248E0}" type="pres">
      <dgm:prSet presAssocID="{AAC64341-F693-4624-9AE8-80F355A397CA}" presName="thickLine" presStyleLbl="alignNode1" presStyleIdx="6" presStyleCnt="9"/>
      <dgm:spPr/>
    </dgm:pt>
    <dgm:pt modelId="{2F41B7E5-E318-4CCD-AA5C-E26AE55BDAB9}" type="pres">
      <dgm:prSet presAssocID="{AAC64341-F693-4624-9AE8-80F355A397CA}" presName="horz1" presStyleCnt="0"/>
      <dgm:spPr/>
    </dgm:pt>
    <dgm:pt modelId="{C0389209-62FA-4FA1-8AC6-812C26111947}" type="pres">
      <dgm:prSet presAssocID="{AAC64341-F693-4624-9AE8-80F355A397CA}" presName="tx1" presStyleLbl="revTx" presStyleIdx="6" presStyleCnt="9"/>
      <dgm:spPr/>
    </dgm:pt>
    <dgm:pt modelId="{CB69BD88-3D2B-40F7-B017-3749FF8B151E}" type="pres">
      <dgm:prSet presAssocID="{AAC64341-F693-4624-9AE8-80F355A397CA}" presName="vert1" presStyleCnt="0"/>
      <dgm:spPr/>
    </dgm:pt>
    <dgm:pt modelId="{53AEACF4-F0C5-4653-8F51-430761E2F7F9}" type="pres">
      <dgm:prSet presAssocID="{3022265A-F618-47DA-A853-97D82D7E9C01}" presName="thickLine" presStyleLbl="alignNode1" presStyleIdx="7" presStyleCnt="9"/>
      <dgm:spPr/>
    </dgm:pt>
    <dgm:pt modelId="{EDFB2BB7-80A7-4B49-9B1E-0FB009744161}" type="pres">
      <dgm:prSet presAssocID="{3022265A-F618-47DA-A853-97D82D7E9C01}" presName="horz1" presStyleCnt="0"/>
      <dgm:spPr/>
    </dgm:pt>
    <dgm:pt modelId="{E05A58D2-F741-4E21-836F-BD7C6CE3112A}" type="pres">
      <dgm:prSet presAssocID="{3022265A-F618-47DA-A853-97D82D7E9C01}" presName="tx1" presStyleLbl="revTx" presStyleIdx="7" presStyleCnt="9"/>
      <dgm:spPr/>
    </dgm:pt>
    <dgm:pt modelId="{D2C44CCE-BEA8-4034-86D2-0FF36BEE30F9}" type="pres">
      <dgm:prSet presAssocID="{3022265A-F618-47DA-A853-97D82D7E9C01}" presName="vert1" presStyleCnt="0"/>
      <dgm:spPr/>
    </dgm:pt>
    <dgm:pt modelId="{8A8630E3-9890-4F27-BC67-D3F0D502784C}" type="pres">
      <dgm:prSet presAssocID="{F21063B3-3E6A-4164-A903-0BDE1AB62673}" presName="thickLine" presStyleLbl="alignNode1" presStyleIdx="8" presStyleCnt="9"/>
      <dgm:spPr/>
    </dgm:pt>
    <dgm:pt modelId="{79F702D0-1E20-4236-9789-0E8C62073445}" type="pres">
      <dgm:prSet presAssocID="{F21063B3-3E6A-4164-A903-0BDE1AB62673}" presName="horz1" presStyleCnt="0"/>
      <dgm:spPr/>
    </dgm:pt>
    <dgm:pt modelId="{1B582D84-B93A-450A-9C27-3CC0AD474E9B}" type="pres">
      <dgm:prSet presAssocID="{F21063B3-3E6A-4164-A903-0BDE1AB62673}" presName="tx1" presStyleLbl="revTx" presStyleIdx="8" presStyleCnt="9"/>
      <dgm:spPr/>
    </dgm:pt>
    <dgm:pt modelId="{67DC90D6-2C52-4F73-9A8F-F51ADFFE0DD6}" type="pres">
      <dgm:prSet presAssocID="{F21063B3-3E6A-4164-A903-0BDE1AB62673}" presName="vert1" presStyleCnt="0"/>
      <dgm:spPr/>
    </dgm:pt>
  </dgm:ptLst>
  <dgm:cxnLst>
    <dgm:cxn modelId="{31EFB906-1AB3-4D3F-97FB-5F181A35519A}" type="presOf" srcId="{31D92577-BB64-4BD3-9E74-A867B6F50503}" destId="{B04D65CB-3B0B-4AFA-8075-4C8242643B9C}" srcOrd="0" destOrd="0" presId="urn:microsoft.com/office/officeart/2008/layout/LinedList"/>
    <dgm:cxn modelId="{67FA5923-C574-42E6-930B-E49FABA54659}" type="presOf" srcId="{52E16ABD-5D70-4644-AF4A-6486EBF4E795}" destId="{166B51DB-ABAA-497C-A906-54531B1DAB8E}" srcOrd="0" destOrd="0" presId="urn:microsoft.com/office/officeart/2008/layout/LinedList"/>
    <dgm:cxn modelId="{FF0EF628-EFC2-4974-8E12-952B0BC8F46A}" srcId="{9727459A-2BA9-453C-8104-060E49D63F26}" destId="{52E16ABD-5D70-4644-AF4A-6486EBF4E795}" srcOrd="4" destOrd="0" parTransId="{FB341D55-AC40-4C2A-9EA5-532D0D8C9396}" sibTransId="{6218BC28-4F4C-4B69-A156-CA548864AF7C}"/>
    <dgm:cxn modelId="{3F909F32-A60F-409C-9FC9-5EE06F6CEEE6}" srcId="{9727459A-2BA9-453C-8104-060E49D63F26}" destId="{31D92577-BB64-4BD3-9E74-A867B6F50503}" srcOrd="5" destOrd="0" parTransId="{1A7D7A47-11F7-4487-81FC-6AE8800DC5DE}" sibTransId="{14DF7A14-C2D2-44CC-95DF-1658835E468E}"/>
    <dgm:cxn modelId="{B1F5C339-0707-4FD4-B493-EB80629B2676}" type="presOf" srcId="{9727459A-2BA9-453C-8104-060E49D63F26}" destId="{A4F608CF-FA35-41BA-B27A-E8421E99BFDD}" srcOrd="0" destOrd="0" presId="urn:microsoft.com/office/officeart/2008/layout/LinedList"/>
    <dgm:cxn modelId="{4DEB083F-E358-46FF-B5A3-48B8885CA736}" type="presOf" srcId="{3022265A-F618-47DA-A853-97D82D7E9C01}" destId="{E05A58D2-F741-4E21-836F-BD7C6CE3112A}" srcOrd="0" destOrd="0" presId="urn:microsoft.com/office/officeart/2008/layout/LinedList"/>
    <dgm:cxn modelId="{46102962-08C2-454B-9D7E-07E57246FD5E}" srcId="{9727459A-2BA9-453C-8104-060E49D63F26}" destId="{F21063B3-3E6A-4164-A903-0BDE1AB62673}" srcOrd="8" destOrd="0" parTransId="{59B5A16A-4734-4A46-80C6-AD054C8166EE}" sibTransId="{1E9FC68D-485F-4C94-8280-BB01CE62A816}"/>
    <dgm:cxn modelId="{17BDA567-D432-4DAD-AEE7-F01BE0ECA5DC}" type="presOf" srcId="{C19BDBEA-1EE9-439B-BF28-EBECE92B244F}" destId="{93C5F79C-ABBF-4EFC-B6A1-57CB2536FAD8}" srcOrd="0" destOrd="0" presId="urn:microsoft.com/office/officeart/2008/layout/LinedList"/>
    <dgm:cxn modelId="{E25F8868-718B-47DE-98FE-47E81DDC670B}" type="presOf" srcId="{6F4403EA-2617-4FC4-B41F-880F89D591D5}" destId="{94779499-20B1-46C3-AC03-6D404F6F301C}" srcOrd="0" destOrd="0" presId="urn:microsoft.com/office/officeart/2008/layout/LinedList"/>
    <dgm:cxn modelId="{4DB4DC49-E95C-4ABA-AACD-75F34602466F}" srcId="{9727459A-2BA9-453C-8104-060E49D63F26}" destId="{3022265A-F618-47DA-A853-97D82D7E9C01}" srcOrd="7" destOrd="0" parTransId="{125BBD91-B77F-4CF8-B169-442965E3BFC5}" sibTransId="{73E63E47-B0F3-4BD4-B48E-6C853B11A9AA}"/>
    <dgm:cxn modelId="{3D2FCB51-90ED-4F4A-A997-7A425A5AF748}" srcId="{9727459A-2BA9-453C-8104-060E49D63F26}" destId="{0E7D68A5-8E67-4DBD-A6D3-AE3DD7BEB0B6}" srcOrd="3" destOrd="0" parTransId="{BA1A5F96-E34F-4D07-AD96-83747A8A057B}" sibTransId="{8019AC72-7D16-4747-94CA-135C559266AA}"/>
    <dgm:cxn modelId="{AA706B82-8CFA-405E-BA0F-FB133973F097}" type="presOf" srcId="{0E7D68A5-8E67-4DBD-A6D3-AE3DD7BEB0B6}" destId="{76333844-1765-49B1-B0B4-75FCDC1B527D}" srcOrd="0" destOrd="0" presId="urn:microsoft.com/office/officeart/2008/layout/LinedList"/>
    <dgm:cxn modelId="{80BDD48D-3D20-4F87-BE28-3394E5B2D6E0}" srcId="{9727459A-2BA9-453C-8104-060E49D63F26}" destId="{1D4D903C-5AB2-4461-AA12-F50923D68C60}" srcOrd="0" destOrd="0" parTransId="{FAA5D3AF-9EC5-491A-90D1-4C839715530B}" sibTransId="{A6F55C4D-1900-4EBE-9ADD-BE40B2843A7C}"/>
    <dgm:cxn modelId="{001CFB8E-239A-4DA1-A5F4-8E56C455ABE5}" type="presOf" srcId="{1D4D903C-5AB2-4461-AA12-F50923D68C60}" destId="{6031D80A-49E8-402A-A857-4199D400BB24}" srcOrd="0" destOrd="0" presId="urn:microsoft.com/office/officeart/2008/layout/LinedList"/>
    <dgm:cxn modelId="{918FB0AA-E6FA-46B1-8FD5-B84E3EF93C1D}" srcId="{9727459A-2BA9-453C-8104-060E49D63F26}" destId="{6F4403EA-2617-4FC4-B41F-880F89D591D5}" srcOrd="2" destOrd="0" parTransId="{E0E6EB55-702D-4872-B7B3-6D5DA40D5102}" sibTransId="{79456CB4-FE2E-4A88-9F5E-0F87F2D1A3B7}"/>
    <dgm:cxn modelId="{C7AB30CA-887D-40A0-B8A1-D30C6F424B56}" srcId="{9727459A-2BA9-453C-8104-060E49D63F26}" destId="{C19BDBEA-1EE9-439B-BF28-EBECE92B244F}" srcOrd="1" destOrd="0" parTransId="{3CDA0715-967F-4ED5-9625-C42E2A20EA06}" sibTransId="{8F967C6C-E13B-412C-BE06-C3B9C0DC3B25}"/>
    <dgm:cxn modelId="{329DF0DA-C671-493E-B86A-EC30C0384487}" srcId="{9727459A-2BA9-453C-8104-060E49D63F26}" destId="{AAC64341-F693-4624-9AE8-80F355A397CA}" srcOrd="6" destOrd="0" parTransId="{D97BD3F2-9EBA-4DD4-AB9F-361BB175B3D4}" sibTransId="{8B101B6C-727C-48FB-882A-AF7C108FA7ED}"/>
    <dgm:cxn modelId="{7663BBE6-D637-4735-9FEE-FA210E319929}" type="presOf" srcId="{F21063B3-3E6A-4164-A903-0BDE1AB62673}" destId="{1B582D84-B93A-450A-9C27-3CC0AD474E9B}" srcOrd="0" destOrd="0" presId="urn:microsoft.com/office/officeart/2008/layout/LinedList"/>
    <dgm:cxn modelId="{6F930EF0-33B4-4F63-871E-8527375632F0}" type="presOf" srcId="{AAC64341-F693-4624-9AE8-80F355A397CA}" destId="{C0389209-62FA-4FA1-8AC6-812C26111947}" srcOrd="0" destOrd="0" presId="urn:microsoft.com/office/officeart/2008/layout/LinedList"/>
    <dgm:cxn modelId="{AACEC413-8BA0-4318-9DD4-E57491D3B392}" type="presParOf" srcId="{A4F608CF-FA35-41BA-B27A-E8421E99BFDD}" destId="{0AAE309F-F9ED-4917-8517-C9FCF2B33471}" srcOrd="0" destOrd="0" presId="urn:microsoft.com/office/officeart/2008/layout/LinedList"/>
    <dgm:cxn modelId="{BA57D51B-1601-480B-94D5-68648C2A89B5}" type="presParOf" srcId="{A4F608CF-FA35-41BA-B27A-E8421E99BFDD}" destId="{E7AD2212-5421-4F88-B134-94C49B09392E}" srcOrd="1" destOrd="0" presId="urn:microsoft.com/office/officeart/2008/layout/LinedList"/>
    <dgm:cxn modelId="{49D1C371-AEE2-4CD4-963A-66A16DC2C3C8}" type="presParOf" srcId="{E7AD2212-5421-4F88-B134-94C49B09392E}" destId="{6031D80A-49E8-402A-A857-4199D400BB24}" srcOrd="0" destOrd="0" presId="urn:microsoft.com/office/officeart/2008/layout/LinedList"/>
    <dgm:cxn modelId="{9923721F-379E-4C9E-B5BE-635650869B06}" type="presParOf" srcId="{E7AD2212-5421-4F88-B134-94C49B09392E}" destId="{9D405081-1B61-43BE-AB26-E30799EBDB36}" srcOrd="1" destOrd="0" presId="urn:microsoft.com/office/officeart/2008/layout/LinedList"/>
    <dgm:cxn modelId="{EA8F88D0-D239-4474-9F2F-FFFC441AC44F}" type="presParOf" srcId="{A4F608CF-FA35-41BA-B27A-E8421E99BFDD}" destId="{CA9ACDEB-DABB-4784-8CE9-0AA68AF85EB3}" srcOrd="2" destOrd="0" presId="urn:microsoft.com/office/officeart/2008/layout/LinedList"/>
    <dgm:cxn modelId="{B51344D7-C205-46A9-BA84-32BC5283DD8E}" type="presParOf" srcId="{A4F608CF-FA35-41BA-B27A-E8421E99BFDD}" destId="{F7250127-3616-4F75-9B92-F5F72F8E18DE}" srcOrd="3" destOrd="0" presId="urn:microsoft.com/office/officeart/2008/layout/LinedList"/>
    <dgm:cxn modelId="{77C93BA4-D0CF-413F-A326-3935C6B80997}" type="presParOf" srcId="{F7250127-3616-4F75-9B92-F5F72F8E18DE}" destId="{93C5F79C-ABBF-4EFC-B6A1-57CB2536FAD8}" srcOrd="0" destOrd="0" presId="urn:microsoft.com/office/officeart/2008/layout/LinedList"/>
    <dgm:cxn modelId="{62961BDB-4863-4717-95F9-91D87DDE9630}" type="presParOf" srcId="{F7250127-3616-4F75-9B92-F5F72F8E18DE}" destId="{EFF95A09-3E67-4068-9C43-D89B880E73CD}" srcOrd="1" destOrd="0" presId="urn:microsoft.com/office/officeart/2008/layout/LinedList"/>
    <dgm:cxn modelId="{A71049F0-8910-48C9-9E20-68DDA3F6BEDE}" type="presParOf" srcId="{A4F608CF-FA35-41BA-B27A-E8421E99BFDD}" destId="{2EB33E56-FBD0-4F28-AF75-18977E3E58BA}" srcOrd="4" destOrd="0" presId="urn:microsoft.com/office/officeart/2008/layout/LinedList"/>
    <dgm:cxn modelId="{EEE42BF9-BCE1-46DC-B04F-CBC6398D3B53}" type="presParOf" srcId="{A4F608CF-FA35-41BA-B27A-E8421E99BFDD}" destId="{70FA7A75-00BE-406E-BC06-4BEF897A3BA5}" srcOrd="5" destOrd="0" presId="urn:microsoft.com/office/officeart/2008/layout/LinedList"/>
    <dgm:cxn modelId="{49E540F8-0052-4B1D-99E2-2BCE14C438AA}" type="presParOf" srcId="{70FA7A75-00BE-406E-BC06-4BEF897A3BA5}" destId="{94779499-20B1-46C3-AC03-6D404F6F301C}" srcOrd="0" destOrd="0" presId="urn:microsoft.com/office/officeart/2008/layout/LinedList"/>
    <dgm:cxn modelId="{2C340375-46B6-425E-B778-283A71EA7FD7}" type="presParOf" srcId="{70FA7A75-00BE-406E-BC06-4BEF897A3BA5}" destId="{FFB2214F-DE21-4E29-BD72-25819DA6A1DC}" srcOrd="1" destOrd="0" presId="urn:microsoft.com/office/officeart/2008/layout/LinedList"/>
    <dgm:cxn modelId="{68A84057-CAA7-4BA9-B901-CBCA9C8F7C67}" type="presParOf" srcId="{A4F608CF-FA35-41BA-B27A-E8421E99BFDD}" destId="{51613495-8A57-4D40-9F2B-9291ED1C82C3}" srcOrd="6" destOrd="0" presId="urn:microsoft.com/office/officeart/2008/layout/LinedList"/>
    <dgm:cxn modelId="{3E2872C9-7CE0-4DF3-9669-0FD9B295AE7B}" type="presParOf" srcId="{A4F608CF-FA35-41BA-B27A-E8421E99BFDD}" destId="{741BD333-77D7-4A47-9A50-DBEB70CC7F81}" srcOrd="7" destOrd="0" presId="urn:microsoft.com/office/officeart/2008/layout/LinedList"/>
    <dgm:cxn modelId="{39FF4285-F86E-4A3C-9D4F-23B746F3FC0D}" type="presParOf" srcId="{741BD333-77D7-4A47-9A50-DBEB70CC7F81}" destId="{76333844-1765-49B1-B0B4-75FCDC1B527D}" srcOrd="0" destOrd="0" presId="urn:microsoft.com/office/officeart/2008/layout/LinedList"/>
    <dgm:cxn modelId="{9E54065B-EF68-4DC0-BEA2-6C0325D74C21}" type="presParOf" srcId="{741BD333-77D7-4A47-9A50-DBEB70CC7F81}" destId="{D16B05CC-D4FD-4B84-BE47-D05766234299}" srcOrd="1" destOrd="0" presId="urn:microsoft.com/office/officeart/2008/layout/LinedList"/>
    <dgm:cxn modelId="{70177DE8-8623-4C56-9AE7-44D1BD19AD43}" type="presParOf" srcId="{A4F608CF-FA35-41BA-B27A-E8421E99BFDD}" destId="{A0879D37-CE72-44A2-839D-7855BDDD1049}" srcOrd="8" destOrd="0" presId="urn:microsoft.com/office/officeart/2008/layout/LinedList"/>
    <dgm:cxn modelId="{CA230F80-E34D-4EFE-9FAC-A1F565860F61}" type="presParOf" srcId="{A4F608CF-FA35-41BA-B27A-E8421E99BFDD}" destId="{94F52CAD-F92C-4447-AFFB-B0C8A5B022D1}" srcOrd="9" destOrd="0" presId="urn:microsoft.com/office/officeart/2008/layout/LinedList"/>
    <dgm:cxn modelId="{A58942C1-CEFC-448D-8723-FFCA606EE33D}" type="presParOf" srcId="{94F52CAD-F92C-4447-AFFB-B0C8A5B022D1}" destId="{166B51DB-ABAA-497C-A906-54531B1DAB8E}" srcOrd="0" destOrd="0" presId="urn:microsoft.com/office/officeart/2008/layout/LinedList"/>
    <dgm:cxn modelId="{06C9BE75-C5F8-4217-A299-FFC5A7F69354}" type="presParOf" srcId="{94F52CAD-F92C-4447-AFFB-B0C8A5B022D1}" destId="{5A4C1BE3-27AD-47BB-9062-5E633F82A7B2}" srcOrd="1" destOrd="0" presId="urn:microsoft.com/office/officeart/2008/layout/LinedList"/>
    <dgm:cxn modelId="{952B0BB8-66AF-4D41-9A8F-ECBBA798DD10}" type="presParOf" srcId="{A4F608CF-FA35-41BA-B27A-E8421E99BFDD}" destId="{7114CC89-A1B8-4F80-BA47-636D4E391E95}" srcOrd="10" destOrd="0" presId="urn:microsoft.com/office/officeart/2008/layout/LinedList"/>
    <dgm:cxn modelId="{0A522A59-8437-426E-8646-F15A33D30F31}" type="presParOf" srcId="{A4F608CF-FA35-41BA-B27A-E8421E99BFDD}" destId="{E5D49F7D-5793-4F5C-BD0E-E955F574D1C1}" srcOrd="11" destOrd="0" presId="urn:microsoft.com/office/officeart/2008/layout/LinedList"/>
    <dgm:cxn modelId="{518CFF73-90E1-434E-8E56-60F5BE2DFDD8}" type="presParOf" srcId="{E5D49F7D-5793-4F5C-BD0E-E955F574D1C1}" destId="{B04D65CB-3B0B-4AFA-8075-4C8242643B9C}" srcOrd="0" destOrd="0" presId="urn:microsoft.com/office/officeart/2008/layout/LinedList"/>
    <dgm:cxn modelId="{456089B6-1465-4594-9698-84D5D5BDD3F8}" type="presParOf" srcId="{E5D49F7D-5793-4F5C-BD0E-E955F574D1C1}" destId="{70F316EE-1023-4BD1-BB57-A06C420AC930}" srcOrd="1" destOrd="0" presId="urn:microsoft.com/office/officeart/2008/layout/LinedList"/>
    <dgm:cxn modelId="{94DEB3B4-09DB-4337-9F59-74348798FD43}" type="presParOf" srcId="{A4F608CF-FA35-41BA-B27A-E8421E99BFDD}" destId="{0777B039-8CD5-4A83-837C-1497300248E0}" srcOrd="12" destOrd="0" presId="urn:microsoft.com/office/officeart/2008/layout/LinedList"/>
    <dgm:cxn modelId="{CC6C009C-036D-4BE0-B8E4-2E6E7EE71E52}" type="presParOf" srcId="{A4F608CF-FA35-41BA-B27A-E8421E99BFDD}" destId="{2F41B7E5-E318-4CCD-AA5C-E26AE55BDAB9}" srcOrd="13" destOrd="0" presId="urn:microsoft.com/office/officeart/2008/layout/LinedList"/>
    <dgm:cxn modelId="{ADD28514-1611-4F9C-9E36-1522EF7046BE}" type="presParOf" srcId="{2F41B7E5-E318-4CCD-AA5C-E26AE55BDAB9}" destId="{C0389209-62FA-4FA1-8AC6-812C26111947}" srcOrd="0" destOrd="0" presId="urn:microsoft.com/office/officeart/2008/layout/LinedList"/>
    <dgm:cxn modelId="{B52EBA8F-ECBD-4AEF-8C56-6E5CB2B0924E}" type="presParOf" srcId="{2F41B7E5-E318-4CCD-AA5C-E26AE55BDAB9}" destId="{CB69BD88-3D2B-40F7-B017-3749FF8B151E}" srcOrd="1" destOrd="0" presId="urn:microsoft.com/office/officeart/2008/layout/LinedList"/>
    <dgm:cxn modelId="{76673449-DE89-46D8-A145-DBB777C08722}" type="presParOf" srcId="{A4F608CF-FA35-41BA-B27A-E8421E99BFDD}" destId="{53AEACF4-F0C5-4653-8F51-430761E2F7F9}" srcOrd="14" destOrd="0" presId="urn:microsoft.com/office/officeart/2008/layout/LinedList"/>
    <dgm:cxn modelId="{61AF116E-8BB4-46E6-A4B1-D9AEF6199890}" type="presParOf" srcId="{A4F608CF-FA35-41BA-B27A-E8421E99BFDD}" destId="{EDFB2BB7-80A7-4B49-9B1E-0FB009744161}" srcOrd="15" destOrd="0" presId="urn:microsoft.com/office/officeart/2008/layout/LinedList"/>
    <dgm:cxn modelId="{4D332E4A-F1AF-4A5C-AD18-55E356D0F2DF}" type="presParOf" srcId="{EDFB2BB7-80A7-4B49-9B1E-0FB009744161}" destId="{E05A58D2-F741-4E21-836F-BD7C6CE3112A}" srcOrd="0" destOrd="0" presId="urn:microsoft.com/office/officeart/2008/layout/LinedList"/>
    <dgm:cxn modelId="{08E898C4-D198-4A34-875C-B3221878853C}" type="presParOf" srcId="{EDFB2BB7-80A7-4B49-9B1E-0FB009744161}" destId="{D2C44CCE-BEA8-4034-86D2-0FF36BEE30F9}" srcOrd="1" destOrd="0" presId="urn:microsoft.com/office/officeart/2008/layout/LinedList"/>
    <dgm:cxn modelId="{1EC2F2E3-15C6-490C-B859-4BD3FB2773D7}" type="presParOf" srcId="{A4F608CF-FA35-41BA-B27A-E8421E99BFDD}" destId="{8A8630E3-9890-4F27-BC67-D3F0D502784C}" srcOrd="16" destOrd="0" presId="urn:microsoft.com/office/officeart/2008/layout/LinedList"/>
    <dgm:cxn modelId="{3BE44773-EA8E-44D2-9370-42AEE870DA2A}" type="presParOf" srcId="{A4F608CF-FA35-41BA-B27A-E8421E99BFDD}" destId="{79F702D0-1E20-4236-9789-0E8C62073445}" srcOrd="17" destOrd="0" presId="urn:microsoft.com/office/officeart/2008/layout/LinedList"/>
    <dgm:cxn modelId="{5A6E526E-6416-4795-8F5E-701C852F00EB}" type="presParOf" srcId="{79F702D0-1E20-4236-9789-0E8C62073445}" destId="{1B582D84-B93A-450A-9C27-3CC0AD474E9B}" srcOrd="0" destOrd="0" presId="urn:microsoft.com/office/officeart/2008/layout/LinedList"/>
    <dgm:cxn modelId="{F611F591-D322-49DC-B25D-A21CDE28EEF7}" type="presParOf" srcId="{79F702D0-1E20-4236-9789-0E8C62073445}" destId="{67DC90D6-2C52-4F73-9A8F-F51ADFFE0DD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549E847-DBF4-446B-B3DE-91E10EB4F4F7}" type="doc">
      <dgm:prSet loTypeId="urn:microsoft.com/office/officeart/2016/7/layout/BasicProcessNew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B99D940-077A-469E-9715-34E66D33AE81}">
      <dgm:prSet/>
      <dgm:spPr/>
      <dgm:t>
        <a:bodyPr/>
        <a:lstStyle/>
        <a:p>
          <a:r>
            <a:rPr lang="en-US" b="0" i="0" baseline="0"/>
            <a:t>Nhập thu nhập từng tháng</a:t>
          </a:r>
          <a:endParaRPr lang="en-US"/>
        </a:p>
      </dgm:t>
    </dgm:pt>
    <dgm:pt modelId="{111FD5E9-0762-4C00-A9F4-E73E88601029}" type="parTrans" cxnId="{E0572D62-235E-4BF4-9E13-51102D6138C2}">
      <dgm:prSet/>
      <dgm:spPr/>
      <dgm:t>
        <a:bodyPr/>
        <a:lstStyle/>
        <a:p>
          <a:endParaRPr lang="en-US"/>
        </a:p>
      </dgm:t>
    </dgm:pt>
    <dgm:pt modelId="{F5A98848-ED4D-4EEB-BB99-AA028BB019C7}" type="sibTrans" cxnId="{E0572D62-235E-4BF4-9E13-51102D6138C2}">
      <dgm:prSet/>
      <dgm:spPr/>
      <dgm:t>
        <a:bodyPr/>
        <a:lstStyle/>
        <a:p>
          <a:endParaRPr lang="en-US"/>
        </a:p>
      </dgm:t>
    </dgm:pt>
    <dgm:pt modelId="{C54BBD60-0C62-4B23-986C-C685765D5FEA}">
      <dgm:prSet/>
      <dgm:spPr/>
      <dgm:t>
        <a:bodyPr/>
        <a:lstStyle/>
        <a:p>
          <a:r>
            <a:rPr lang="en-US" b="0" i="0" baseline="0"/>
            <a:t>Tính thuế tự động</a:t>
          </a:r>
          <a:endParaRPr lang="en-US"/>
        </a:p>
      </dgm:t>
    </dgm:pt>
    <dgm:pt modelId="{2C4B602C-573A-44B6-BC4D-016C63006493}" type="parTrans" cxnId="{8F5F6A23-0244-4A9F-827C-4EE83CC0F224}">
      <dgm:prSet/>
      <dgm:spPr/>
      <dgm:t>
        <a:bodyPr/>
        <a:lstStyle/>
        <a:p>
          <a:endParaRPr lang="en-US"/>
        </a:p>
      </dgm:t>
    </dgm:pt>
    <dgm:pt modelId="{33D1B960-9103-42E4-A0F5-5B93B6444D16}" type="sibTrans" cxnId="{8F5F6A23-0244-4A9F-827C-4EE83CC0F224}">
      <dgm:prSet/>
      <dgm:spPr/>
      <dgm:t>
        <a:bodyPr/>
        <a:lstStyle/>
        <a:p>
          <a:endParaRPr lang="en-US"/>
        </a:p>
      </dgm:t>
    </dgm:pt>
    <dgm:pt modelId="{BF993859-5AE6-4CB3-87A3-DC6318B26EB3}">
      <dgm:prSet/>
      <dgm:spPr/>
      <dgm:t>
        <a:bodyPr/>
        <a:lstStyle/>
        <a:p>
          <a:r>
            <a:rPr lang="en-US" b="0" i="0" baseline="0"/>
            <a:t>Hiển thị bảng kết quả chi tiết</a:t>
          </a:r>
          <a:endParaRPr lang="en-US"/>
        </a:p>
      </dgm:t>
    </dgm:pt>
    <dgm:pt modelId="{5C1DB67C-7323-47B9-8DF7-9F357E70BC6B}" type="parTrans" cxnId="{B6F8CB49-ED29-4701-9A7B-F0CEDD3FDB3C}">
      <dgm:prSet/>
      <dgm:spPr/>
      <dgm:t>
        <a:bodyPr/>
        <a:lstStyle/>
        <a:p>
          <a:endParaRPr lang="en-US"/>
        </a:p>
      </dgm:t>
    </dgm:pt>
    <dgm:pt modelId="{F284A827-A981-4D6E-83B8-494B1B7D46D2}" type="sibTrans" cxnId="{B6F8CB49-ED29-4701-9A7B-F0CEDD3FDB3C}">
      <dgm:prSet/>
      <dgm:spPr/>
      <dgm:t>
        <a:bodyPr/>
        <a:lstStyle/>
        <a:p>
          <a:endParaRPr lang="en-US"/>
        </a:p>
      </dgm:t>
    </dgm:pt>
    <dgm:pt modelId="{7C1C7396-6D1F-4C19-881C-632FD492708E}" type="pres">
      <dgm:prSet presAssocID="{9549E847-DBF4-446B-B3DE-91E10EB4F4F7}" presName="Name0" presStyleCnt="0">
        <dgm:presLayoutVars>
          <dgm:dir/>
          <dgm:resizeHandles val="exact"/>
        </dgm:presLayoutVars>
      </dgm:prSet>
      <dgm:spPr/>
    </dgm:pt>
    <dgm:pt modelId="{07BADD24-F7C6-49B1-ABEE-C856FD43DA77}" type="pres">
      <dgm:prSet presAssocID="{7B99D940-077A-469E-9715-34E66D33AE81}" presName="node" presStyleLbl="node1" presStyleIdx="0" presStyleCnt="5">
        <dgm:presLayoutVars>
          <dgm:bulletEnabled val="1"/>
        </dgm:presLayoutVars>
      </dgm:prSet>
      <dgm:spPr/>
    </dgm:pt>
    <dgm:pt modelId="{22906BBB-F4C1-4DB5-87B8-E1FD7FF4B5D1}" type="pres">
      <dgm:prSet presAssocID="{F5A98848-ED4D-4EEB-BB99-AA028BB019C7}" presName="sibTransSpacerBeforeConnector" presStyleCnt="0"/>
      <dgm:spPr/>
    </dgm:pt>
    <dgm:pt modelId="{A21AED3A-7878-48F7-AC8B-4940F410A028}" type="pres">
      <dgm:prSet presAssocID="{F5A98848-ED4D-4EEB-BB99-AA028BB019C7}" presName="sibTrans" presStyleLbl="node1" presStyleIdx="1" presStyleCnt="5"/>
      <dgm:spPr/>
    </dgm:pt>
    <dgm:pt modelId="{67B8C246-1382-4E2A-ADE4-26B265F8B777}" type="pres">
      <dgm:prSet presAssocID="{F5A98848-ED4D-4EEB-BB99-AA028BB019C7}" presName="sibTransSpacerAfterConnector" presStyleCnt="0"/>
      <dgm:spPr/>
    </dgm:pt>
    <dgm:pt modelId="{FDDC432B-C335-4843-B28A-91314806D1BD}" type="pres">
      <dgm:prSet presAssocID="{C54BBD60-0C62-4B23-986C-C685765D5FEA}" presName="node" presStyleLbl="node1" presStyleIdx="2" presStyleCnt="5">
        <dgm:presLayoutVars>
          <dgm:bulletEnabled val="1"/>
        </dgm:presLayoutVars>
      </dgm:prSet>
      <dgm:spPr/>
    </dgm:pt>
    <dgm:pt modelId="{983D620B-2DFD-4449-B437-6365EBA0530F}" type="pres">
      <dgm:prSet presAssocID="{33D1B960-9103-42E4-A0F5-5B93B6444D16}" presName="sibTransSpacerBeforeConnector" presStyleCnt="0"/>
      <dgm:spPr/>
    </dgm:pt>
    <dgm:pt modelId="{1D09909A-9A87-403A-8BD0-281C8B43C8C3}" type="pres">
      <dgm:prSet presAssocID="{33D1B960-9103-42E4-A0F5-5B93B6444D16}" presName="sibTrans" presStyleLbl="node1" presStyleIdx="3" presStyleCnt="5"/>
      <dgm:spPr/>
    </dgm:pt>
    <dgm:pt modelId="{EABE32EE-F41F-4F57-8296-C56A64AA11E9}" type="pres">
      <dgm:prSet presAssocID="{33D1B960-9103-42E4-A0F5-5B93B6444D16}" presName="sibTransSpacerAfterConnector" presStyleCnt="0"/>
      <dgm:spPr/>
    </dgm:pt>
    <dgm:pt modelId="{FAC62B03-6BA1-4FC4-896B-7E61945EBCAD}" type="pres">
      <dgm:prSet presAssocID="{BF993859-5AE6-4CB3-87A3-DC6318B26EB3}" presName="node" presStyleLbl="node1" presStyleIdx="4" presStyleCnt="5">
        <dgm:presLayoutVars>
          <dgm:bulletEnabled val="1"/>
        </dgm:presLayoutVars>
      </dgm:prSet>
      <dgm:spPr/>
    </dgm:pt>
  </dgm:ptLst>
  <dgm:cxnLst>
    <dgm:cxn modelId="{7E133612-E2A4-4304-9B62-4D1FC4BABA8F}" type="presOf" srcId="{7B99D940-077A-469E-9715-34E66D33AE81}" destId="{07BADD24-F7C6-49B1-ABEE-C856FD43DA77}" srcOrd="0" destOrd="0" presId="urn:microsoft.com/office/officeart/2016/7/layout/BasicProcessNew"/>
    <dgm:cxn modelId="{8F5F6A23-0244-4A9F-827C-4EE83CC0F224}" srcId="{9549E847-DBF4-446B-B3DE-91E10EB4F4F7}" destId="{C54BBD60-0C62-4B23-986C-C685765D5FEA}" srcOrd="1" destOrd="0" parTransId="{2C4B602C-573A-44B6-BC4D-016C63006493}" sibTransId="{33D1B960-9103-42E4-A0F5-5B93B6444D16}"/>
    <dgm:cxn modelId="{B75CA129-873F-4604-BF0B-B9B89FB66509}" type="presOf" srcId="{33D1B960-9103-42E4-A0F5-5B93B6444D16}" destId="{1D09909A-9A87-403A-8BD0-281C8B43C8C3}" srcOrd="0" destOrd="0" presId="urn:microsoft.com/office/officeart/2016/7/layout/BasicProcessNew"/>
    <dgm:cxn modelId="{250EC93B-E2E9-4C0B-A2BA-BEF2A30A6503}" type="presOf" srcId="{9549E847-DBF4-446B-B3DE-91E10EB4F4F7}" destId="{7C1C7396-6D1F-4C19-881C-632FD492708E}" srcOrd="0" destOrd="0" presId="urn:microsoft.com/office/officeart/2016/7/layout/BasicProcessNew"/>
    <dgm:cxn modelId="{E0572D62-235E-4BF4-9E13-51102D6138C2}" srcId="{9549E847-DBF4-446B-B3DE-91E10EB4F4F7}" destId="{7B99D940-077A-469E-9715-34E66D33AE81}" srcOrd="0" destOrd="0" parTransId="{111FD5E9-0762-4C00-A9F4-E73E88601029}" sibTransId="{F5A98848-ED4D-4EEB-BB99-AA028BB019C7}"/>
    <dgm:cxn modelId="{B6F8CB49-ED29-4701-9A7B-F0CEDD3FDB3C}" srcId="{9549E847-DBF4-446B-B3DE-91E10EB4F4F7}" destId="{BF993859-5AE6-4CB3-87A3-DC6318B26EB3}" srcOrd="2" destOrd="0" parTransId="{5C1DB67C-7323-47B9-8DF7-9F357E70BC6B}" sibTransId="{F284A827-A981-4D6E-83B8-494B1B7D46D2}"/>
    <dgm:cxn modelId="{BDBBAC79-4082-40E7-BFDA-E257A57C12D0}" type="presOf" srcId="{BF993859-5AE6-4CB3-87A3-DC6318B26EB3}" destId="{FAC62B03-6BA1-4FC4-896B-7E61945EBCAD}" srcOrd="0" destOrd="0" presId="urn:microsoft.com/office/officeart/2016/7/layout/BasicProcessNew"/>
    <dgm:cxn modelId="{78D71889-263B-453E-B6E2-ECAD467A48DF}" type="presOf" srcId="{F5A98848-ED4D-4EEB-BB99-AA028BB019C7}" destId="{A21AED3A-7878-48F7-AC8B-4940F410A028}" srcOrd="0" destOrd="0" presId="urn:microsoft.com/office/officeart/2016/7/layout/BasicProcessNew"/>
    <dgm:cxn modelId="{B7B035CB-9044-4BA3-90F0-52BF485FF856}" type="presOf" srcId="{C54BBD60-0C62-4B23-986C-C685765D5FEA}" destId="{FDDC432B-C335-4843-B28A-91314806D1BD}" srcOrd="0" destOrd="0" presId="urn:microsoft.com/office/officeart/2016/7/layout/BasicProcessNew"/>
    <dgm:cxn modelId="{117CEBD2-BF4A-4902-9229-A76E562CEFDA}" type="presParOf" srcId="{7C1C7396-6D1F-4C19-881C-632FD492708E}" destId="{07BADD24-F7C6-49B1-ABEE-C856FD43DA77}" srcOrd="0" destOrd="0" presId="urn:microsoft.com/office/officeart/2016/7/layout/BasicProcessNew"/>
    <dgm:cxn modelId="{460B242C-8731-4770-9F88-3FBC449DAF71}" type="presParOf" srcId="{7C1C7396-6D1F-4C19-881C-632FD492708E}" destId="{22906BBB-F4C1-4DB5-87B8-E1FD7FF4B5D1}" srcOrd="1" destOrd="0" presId="urn:microsoft.com/office/officeart/2016/7/layout/BasicProcessNew"/>
    <dgm:cxn modelId="{DB4D3D86-10D8-47D4-862F-3E1DEFCE57A7}" type="presParOf" srcId="{7C1C7396-6D1F-4C19-881C-632FD492708E}" destId="{A21AED3A-7878-48F7-AC8B-4940F410A028}" srcOrd="2" destOrd="0" presId="urn:microsoft.com/office/officeart/2016/7/layout/BasicProcessNew"/>
    <dgm:cxn modelId="{C74EAF3C-29C9-4A01-A3B2-59FA968C35F0}" type="presParOf" srcId="{7C1C7396-6D1F-4C19-881C-632FD492708E}" destId="{67B8C246-1382-4E2A-ADE4-26B265F8B777}" srcOrd="3" destOrd="0" presId="urn:microsoft.com/office/officeart/2016/7/layout/BasicProcessNew"/>
    <dgm:cxn modelId="{195A9831-44E7-477F-89A8-FED639BBCCF6}" type="presParOf" srcId="{7C1C7396-6D1F-4C19-881C-632FD492708E}" destId="{FDDC432B-C335-4843-B28A-91314806D1BD}" srcOrd="4" destOrd="0" presId="urn:microsoft.com/office/officeart/2016/7/layout/BasicProcessNew"/>
    <dgm:cxn modelId="{FF7795EE-7F1B-4497-9A6D-F9BF8CD89E67}" type="presParOf" srcId="{7C1C7396-6D1F-4C19-881C-632FD492708E}" destId="{983D620B-2DFD-4449-B437-6365EBA0530F}" srcOrd="5" destOrd="0" presId="urn:microsoft.com/office/officeart/2016/7/layout/BasicProcessNew"/>
    <dgm:cxn modelId="{3C5AC6DE-064F-4EE5-8404-DCAE7C3A5EFB}" type="presParOf" srcId="{7C1C7396-6D1F-4C19-881C-632FD492708E}" destId="{1D09909A-9A87-403A-8BD0-281C8B43C8C3}" srcOrd="6" destOrd="0" presId="urn:microsoft.com/office/officeart/2016/7/layout/BasicProcessNew"/>
    <dgm:cxn modelId="{BB6EA3AD-7AC5-4A57-AF44-4519208A3E4B}" type="presParOf" srcId="{7C1C7396-6D1F-4C19-881C-632FD492708E}" destId="{EABE32EE-F41F-4F57-8296-C56A64AA11E9}" srcOrd="7" destOrd="0" presId="urn:microsoft.com/office/officeart/2016/7/layout/BasicProcessNew"/>
    <dgm:cxn modelId="{CA6B2CEB-7AA1-4774-95C1-10A9A5F825A4}" type="presParOf" srcId="{7C1C7396-6D1F-4C19-881C-632FD492708E}" destId="{FAC62B03-6BA1-4FC4-896B-7E61945EBCAD}" srcOrd="8" destOrd="0" presId="urn:microsoft.com/office/officeart/2016/7/layout/Basic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9B63032-0631-4159-92FC-31039B4B3D0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C317E73-9018-4931-B32D-2D3D4C5ACB35}">
      <dgm:prSet/>
      <dgm:spPr/>
      <dgm:t>
        <a:bodyPr/>
        <a:lstStyle/>
        <a:p>
          <a:r>
            <a:rPr lang="vi-VN"/>
            <a:t>Thu nhập cao / thấp</a:t>
          </a:r>
          <a:endParaRPr lang="en-US"/>
        </a:p>
      </dgm:t>
    </dgm:pt>
    <dgm:pt modelId="{A4BC7545-1DCE-487C-8CCD-15DAC4490CA6}" type="parTrans" cxnId="{98F036FF-6C2E-4286-93E2-592DAEEB0CDE}">
      <dgm:prSet/>
      <dgm:spPr/>
      <dgm:t>
        <a:bodyPr/>
        <a:lstStyle/>
        <a:p>
          <a:endParaRPr lang="en-US"/>
        </a:p>
      </dgm:t>
    </dgm:pt>
    <dgm:pt modelId="{32BA15C3-A8AE-45CA-9A8B-EE5FAB6D43AD}" type="sibTrans" cxnId="{98F036FF-6C2E-4286-93E2-592DAEEB0CDE}">
      <dgm:prSet/>
      <dgm:spPr/>
      <dgm:t>
        <a:bodyPr/>
        <a:lstStyle/>
        <a:p>
          <a:endParaRPr lang="en-US"/>
        </a:p>
      </dgm:t>
    </dgm:pt>
    <dgm:pt modelId="{E83F4990-AB2D-4EE5-A8FA-D6435224775C}">
      <dgm:prSet/>
      <dgm:spPr/>
      <dgm:t>
        <a:bodyPr/>
        <a:lstStyle/>
        <a:p>
          <a:r>
            <a:rPr lang="vi-VN"/>
            <a:t>Có hoặc không người phụ thuộc</a:t>
          </a:r>
          <a:endParaRPr lang="en-US"/>
        </a:p>
      </dgm:t>
    </dgm:pt>
    <dgm:pt modelId="{F3EEBE5F-6C40-4225-968E-1033EC826341}" type="parTrans" cxnId="{74D8A0EB-3781-46CE-802E-F5A90A724FC5}">
      <dgm:prSet/>
      <dgm:spPr/>
      <dgm:t>
        <a:bodyPr/>
        <a:lstStyle/>
        <a:p>
          <a:endParaRPr lang="en-US"/>
        </a:p>
      </dgm:t>
    </dgm:pt>
    <dgm:pt modelId="{8F659319-140E-4725-A144-0A104A296417}" type="sibTrans" cxnId="{74D8A0EB-3781-46CE-802E-F5A90A724FC5}">
      <dgm:prSet/>
      <dgm:spPr/>
      <dgm:t>
        <a:bodyPr/>
        <a:lstStyle/>
        <a:p>
          <a:endParaRPr lang="en-US"/>
        </a:p>
      </dgm:t>
    </dgm:pt>
    <dgm:pt modelId="{0737501F-855E-4F88-AB09-AFD7CC390479}">
      <dgm:prSet/>
      <dgm:spPr/>
      <dgm:t>
        <a:bodyPr/>
        <a:lstStyle/>
        <a:p>
          <a:r>
            <a:rPr lang="vi-VN"/>
            <a:t>Tháng không có thu nhập</a:t>
          </a:r>
          <a:endParaRPr lang="en-US"/>
        </a:p>
      </dgm:t>
    </dgm:pt>
    <dgm:pt modelId="{0958818C-68B1-47D5-8086-C159C018AD44}" type="parTrans" cxnId="{131E99D8-93E3-4F94-97DB-A56C199B98EF}">
      <dgm:prSet/>
      <dgm:spPr/>
      <dgm:t>
        <a:bodyPr/>
        <a:lstStyle/>
        <a:p>
          <a:endParaRPr lang="en-US"/>
        </a:p>
      </dgm:t>
    </dgm:pt>
    <dgm:pt modelId="{67573372-21FA-4209-8D72-BA13752C3549}" type="sibTrans" cxnId="{131E99D8-93E3-4F94-97DB-A56C199B98EF}">
      <dgm:prSet/>
      <dgm:spPr/>
      <dgm:t>
        <a:bodyPr/>
        <a:lstStyle/>
        <a:p>
          <a:endParaRPr lang="en-US"/>
        </a:p>
      </dgm:t>
    </dgm:pt>
    <dgm:pt modelId="{E96209F1-8734-4713-8E20-BBAB40B0BDDF}">
      <dgm:prSet/>
      <dgm:spPr/>
      <dgm:t>
        <a:bodyPr/>
        <a:lstStyle/>
        <a:p>
          <a:r>
            <a:rPr lang="vi-VN"/>
            <a:t>➡️ Kết quả tính đúng theo quy định</a:t>
          </a:r>
          <a:endParaRPr lang="en-US"/>
        </a:p>
      </dgm:t>
    </dgm:pt>
    <dgm:pt modelId="{3E2755AF-9004-4066-AE1C-BF32FA1CBCFC}" type="parTrans" cxnId="{09253916-CF17-4EC9-8C37-FEE337A2CD58}">
      <dgm:prSet/>
      <dgm:spPr/>
      <dgm:t>
        <a:bodyPr/>
        <a:lstStyle/>
        <a:p>
          <a:endParaRPr lang="en-US"/>
        </a:p>
      </dgm:t>
    </dgm:pt>
    <dgm:pt modelId="{E15E4FBF-8618-44F6-A8F8-2DBF8CDF06CA}" type="sibTrans" cxnId="{09253916-CF17-4EC9-8C37-FEE337A2CD58}">
      <dgm:prSet/>
      <dgm:spPr/>
      <dgm:t>
        <a:bodyPr/>
        <a:lstStyle/>
        <a:p>
          <a:endParaRPr lang="en-US"/>
        </a:p>
      </dgm:t>
    </dgm:pt>
    <dgm:pt modelId="{CE9B80EE-8083-488A-A990-F59E1D7B75C3}" type="pres">
      <dgm:prSet presAssocID="{D9B63032-0631-4159-92FC-31039B4B3D08}" presName="linear" presStyleCnt="0">
        <dgm:presLayoutVars>
          <dgm:animLvl val="lvl"/>
          <dgm:resizeHandles val="exact"/>
        </dgm:presLayoutVars>
      </dgm:prSet>
      <dgm:spPr/>
    </dgm:pt>
    <dgm:pt modelId="{864F414D-5066-4A1C-B8A6-074898F74326}" type="pres">
      <dgm:prSet presAssocID="{FC317E73-9018-4931-B32D-2D3D4C5ACB3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43DE797-4DA7-419D-A62C-2268BC2DE222}" type="pres">
      <dgm:prSet presAssocID="{32BA15C3-A8AE-45CA-9A8B-EE5FAB6D43AD}" presName="spacer" presStyleCnt="0"/>
      <dgm:spPr/>
    </dgm:pt>
    <dgm:pt modelId="{8CFB718B-703D-40F5-A2BD-7A060439C51C}" type="pres">
      <dgm:prSet presAssocID="{E83F4990-AB2D-4EE5-A8FA-D6435224775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C92E429-F563-436D-B7A8-3C0892DDAB3D}" type="pres">
      <dgm:prSet presAssocID="{8F659319-140E-4725-A144-0A104A296417}" presName="spacer" presStyleCnt="0"/>
      <dgm:spPr/>
    </dgm:pt>
    <dgm:pt modelId="{54F886D0-3D6F-463B-A6D8-FA3CC8189356}" type="pres">
      <dgm:prSet presAssocID="{0737501F-855E-4F88-AB09-AFD7CC39047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5A53E3F-016E-43AE-AD58-2DBD60CE9901}" type="pres">
      <dgm:prSet presAssocID="{67573372-21FA-4209-8D72-BA13752C3549}" presName="spacer" presStyleCnt="0"/>
      <dgm:spPr/>
    </dgm:pt>
    <dgm:pt modelId="{EE3C8D17-A99F-49E1-AD73-C17F68FCFFE0}" type="pres">
      <dgm:prSet presAssocID="{E96209F1-8734-4713-8E20-BBAB40B0BDD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9253916-CF17-4EC9-8C37-FEE337A2CD58}" srcId="{D9B63032-0631-4159-92FC-31039B4B3D08}" destId="{E96209F1-8734-4713-8E20-BBAB40B0BDDF}" srcOrd="3" destOrd="0" parTransId="{3E2755AF-9004-4066-AE1C-BF32FA1CBCFC}" sibTransId="{E15E4FBF-8618-44F6-A8F8-2DBF8CDF06CA}"/>
    <dgm:cxn modelId="{75350E1B-7B67-40D8-8B09-76F9F3E35D79}" type="presOf" srcId="{D9B63032-0631-4159-92FC-31039B4B3D08}" destId="{CE9B80EE-8083-488A-A990-F59E1D7B75C3}" srcOrd="0" destOrd="0" presId="urn:microsoft.com/office/officeart/2005/8/layout/vList2"/>
    <dgm:cxn modelId="{F2E02939-022B-4A4B-9A23-F16EF29B5C75}" type="presOf" srcId="{E96209F1-8734-4713-8E20-BBAB40B0BDDF}" destId="{EE3C8D17-A99F-49E1-AD73-C17F68FCFFE0}" srcOrd="0" destOrd="0" presId="urn:microsoft.com/office/officeart/2005/8/layout/vList2"/>
    <dgm:cxn modelId="{EC167C6C-F3F6-4623-A65B-A97961CAE1DD}" type="presOf" srcId="{E83F4990-AB2D-4EE5-A8FA-D6435224775C}" destId="{8CFB718B-703D-40F5-A2BD-7A060439C51C}" srcOrd="0" destOrd="0" presId="urn:microsoft.com/office/officeart/2005/8/layout/vList2"/>
    <dgm:cxn modelId="{96023991-344F-4A92-9813-1A8D8BAC6B04}" type="presOf" srcId="{0737501F-855E-4F88-AB09-AFD7CC390479}" destId="{54F886D0-3D6F-463B-A6D8-FA3CC8189356}" srcOrd="0" destOrd="0" presId="urn:microsoft.com/office/officeart/2005/8/layout/vList2"/>
    <dgm:cxn modelId="{131E99D8-93E3-4F94-97DB-A56C199B98EF}" srcId="{D9B63032-0631-4159-92FC-31039B4B3D08}" destId="{0737501F-855E-4F88-AB09-AFD7CC390479}" srcOrd="2" destOrd="0" parTransId="{0958818C-68B1-47D5-8086-C159C018AD44}" sibTransId="{67573372-21FA-4209-8D72-BA13752C3549}"/>
    <dgm:cxn modelId="{74D8A0EB-3781-46CE-802E-F5A90A724FC5}" srcId="{D9B63032-0631-4159-92FC-31039B4B3D08}" destId="{E83F4990-AB2D-4EE5-A8FA-D6435224775C}" srcOrd="1" destOrd="0" parTransId="{F3EEBE5F-6C40-4225-968E-1033EC826341}" sibTransId="{8F659319-140E-4725-A144-0A104A296417}"/>
    <dgm:cxn modelId="{DB25EBF9-9CF1-42E8-9F38-6096B47CBD3A}" type="presOf" srcId="{FC317E73-9018-4931-B32D-2D3D4C5ACB35}" destId="{864F414D-5066-4A1C-B8A6-074898F74326}" srcOrd="0" destOrd="0" presId="urn:microsoft.com/office/officeart/2005/8/layout/vList2"/>
    <dgm:cxn modelId="{98F036FF-6C2E-4286-93E2-592DAEEB0CDE}" srcId="{D9B63032-0631-4159-92FC-31039B4B3D08}" destId="{FC317E73-9018-4931-B32D-2D3D4C5ACB35}" srcOrd="0" destOrd="0" parTransId="{A4BC7545-1DCE-487C-8CCD-15DAC4490CA6}" sibTransId="{32BA15C3-A8AE-45CA-9A8B-EE5FAB6D43AD}"/>
    <dgm:cxn modelId="{73D211C1-126E-4D66-8760-E06C76C0297B}" type="presParOf" srcId="{CE9B80EE-8083-488A-A990-F59E1D7B75C3}" destId="{864F414D-5066-4A1C-B8A6-074898F74326}" srcOrd="0" destOrd="0" presId="urn:microsoft.com/office/officeart/2005/8/layout/vList2"/>
    <dgm:cxn modelId="{9AF6941D-97AF-4C65-92B2-C73E6D16322F}" type="presParOf" srcId="{CE9B80EE-8083-488A-A990-F59E1D7B75C3}" destId="{743DE797-4DA7-419D-A62C-2268BC2DE222}" srcOrd="1" destOrd="0" presId="urn:microsoft.com/office/officeart/2005/8/layout/vList2"/>
    <dgm:cxn modelId="{154D143D-1C70-4050-A2C0-4C42B4CEEDE7}" type="presParOf" srcId="{CE9B80EE-8083-488A-A990-F59E1D7B75C3}" destId="{8CFB718B-703D-40F5-A2BD-7A060439C51C}" srcOrd="2" destOrd="0" presId="urn:microsoft.com/office/officeart/2005/8/layout/vList2"/>
    <dgm:cxn modelId="{FDF2899A-A9B6-4B4C-B6E4-549E6BA1B210}" type="presParOf" srcId="{CE9B80EE-8083-488A-A990-F59E1D7B75C3}" destId="{6C92E429-F563-436D-B7A8-3C0892DDAB3D}" srcOrd="3" destOrd="0" presId="urn:microsoft.com/office/officeart/2005/8/layout/vList2"/>
    <dgm:cxn modelId="{EC0F3FD7-FD0C-4836-89E6-92FCC9C4A666}" type="presParOf" srcId="{CE9B80EE-8083-488A-A990-F59E1D7B75C3}" destId="{54F886D0-3D6F-463B-A6D8-FA3CC8189356}" srcOrd="4" destOrd="0" presId="urn:microsoft.com/office/officeart/2005/8/layout/vList2"/>
    <dgm:cxn modelId="{757D8442-65D8-49C7-A464-C429778D11AC}" type="presParOf" srcId="{CE9B80EE-8083-488A-A990-F59E1D7B75C3}" destId="{F5A53E3F-016E-43AE-AD58-2DBD60CE9901}" srcOrd="5" destOrd="0" presId="urn:microsoft.com/office/officeart/2005/8/layout/vList2"/>
    <dgm:cxn modelId="{2D027617-8F5B-4BDD-B795-C43A6D18F2F3}" type="presParOf" srcId="{CE9B80EE-8083-488A-A990-F59E1D7B75C3}" destId="{EE3C8D17-A99F-49E1-AD73-C17F68FCFFE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11BE272-3CA2-4593-9EAB-FAC423E47042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A0FF671-8341-4C61-9734-DC8E58589742}">
      <dgm:prSet/>
      <dgm:spPr/>
      <dgm:t>
        <a:bodyPr/>
        <a:lstStyle/>
        <a:p>
          <a:r>
            <a:rPr lang="en-US" b="0" i="0" baseline="0"/>
            <a:t>Hoàn thành phần mềm tính thuế TNCN</a:t>
          </a:r>
          <a:endParaRPr lang="en-US"/>
        </a:p>
      </dgm:t>
    </dgm:pt>
    <dgm:pt modelId="{5A6D8087-17E7-4B09-AEB5-4ADAEE2EBA48}" type="parTrans" cxnId="{7F6EB187-DE95-4842-AF88-F38C112EB7D8}">
      <dgm:prSet/>
      <dgm:spPr/>
      <dgm:t>
        <a:bodyPr/>
        <a:lstStyle/>
        <a:p>
          <a:endParaRPr lang="en-US"/>
        </a:p>
      </dgm:t>
    </dgm:pt>
    <dgm:pt modelId="{79278F33-0D6B-4338-8006-07DAFAF8F198}" type="sibTrans" cxnId="{7F6EB187-DE95-4842-AF88-F38C112EB7D8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D70A7983-146D-47A0-997D-889B590EA74D}">
      <dgm:prSet/>
      <dgm:spPr/>
      <dgm:t>
        <a:bodyPr/>
        <a:lstStyle/>
        <a:p>
          <a:r>
            <a:rPr lang="en-US" b="0" i="0" baseline="0"/>
            <a:t>Đáp ứng đầy đủ yêu cầu đề bài</a:t>
          </a:r>
          <a:endParaRPr lang="en-US"/>
        </a:p>
      </dgm:t>
    </dgm:pt>
    <dgm:pt modelId="{FBD20BDB-0D49-47F0-A912-45408ADD076D}" type="parTrans" cxnId="{A54E39AC-59DB-46CD-BE9C-5C2D95E38C7D}">
      <dgm:prSet/>
      <dgm:spPr/>
      <dgm:t>
        <a:bodyPr/>
        <a:lstStyle/>
        <a:p>
          <a:endParaRPr lang="en-US"/>
        </a:p>
      </dgm:t>
    </dgm:pt>
    <dgm:pt modelId="{28F2FE19-4DED-43D3-80E5-B7E25E63D38A}" type="sibTrans" cxnId="{A54E39AC-59DB-46CD-BE9C-5C2D95E38C7D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2552A4E6-45D0-4D75-B7B1-956F924181D7}">
      <dgm:prSet/>
      <dgm:spPr/>
      <dgm:t>
        <a:bodyPr/>
        <a:lstStyle/>
        <a:p>
          <a:r>
            <a:rPr lang="en-US" b="0" i="0" baseline="0"/>
            <a:t>Dễ sử dụng và dễ mở rộng</a:t>
          </a:r>
          <a:endParaRPr lang="en-US"/>
        </a:p>
      </dgm:t>
    </dgm:pt>
    <dgm:pt modelId="{7F0B6E3D-6959-4C8A-BA48-FE58914C277B}" type="parTrans" cxnId="{9928A253-45DB-427B-8110-810168F02BE9}">
      <dgm:prSet/>
      <dgm:spPr/>
      <dgm:t>
        <a:bodyPr/>
        <a:lstStyle/>
        <a:p>
          <a:endParaRPr lang="en-US"/>
        </a:p>
      </dgm:t>
    </dgm:pt>
    <dgm:pt modelId="{BB7C8A04-9164-41FD-B87C-28368498BD33}" type="sibTrans" cxnId="{9928A253-45DB-427B-8110-810168F02BE9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1556426D-3C06-457D-BEED-00FECF6DEDA4}" type="pres">
      <dgm:prSet presAssocID="{011BE272-3CA2-4593-9EAB-FAC423E47042}" presName="Name0" presStyleCnt="0">
        <dgm:presLayoutVars>
          <dgm:animLvl val="lvl"/>
          <dgm:resizeHandles val="exact"/>
        </dgm:presLayoutVars>
      </dgm:prSet>
      <dgm:spPr/>
    </dgm:pt>
    <dgm:pt modelId="{D2DE1752-9B71-4FF4-8595-5D3FF14D93B9}" type="pres">
      <dgm:prSet presAssocID="{3A0FF671-8341-4C61-9734-DC8E58589742}" presName="compositeNode" presStyleCnt="0">
        <dgm:presLayoutVars>
          <dgm:bulletEnabled val="1"/>
        </dgm:presLayoutVars>
      </dgm:prSet>
      <dgm:spPr/>
    </dgm:pt>
    <dgm:pt modelId="{D30047EC-A179-49FA-8D53-4E727CBA78ED}" type="pres">
      <dgm:prSet presAssocID="{3A0FF671-8341-4C61-9734-DC8E58589742}" presName="bgRect" presStyleLbl="alignNode1" presStyleIdx="0" presStyleCnt="3"/>
      <dgm:spPr/>
    </dgm:pt>
    <dgm:pt modelId="{057D8458-0F02-4B24-B80F-B50B44A301FD}" type="pres">
      <dgm:prSet presAssocID="{79278F33-0D6B-4338-8006-07DAFAF8F198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1C987DA6-A553-4DB4-BD6C-0E7FCFF752F7}" type="pres">
      <dgm:prSet presAssocID="{3A0FF671-8341-4C61-9734-DC8E58589742}" presName="nodeRect" presStyleLbl="alignNode1" presStyleIdx="0" presStyleCnt="3">
        <dgm:presLayoutVars>
          <dgm:bulletEnabled val="1"/>
        </dgm:presLayoutVars>
      </dgm:prSet>
      <dgm:spPr/>
    </dgm:pt>
    <dgm:pt modelId="{B50C8D2E-D3C7-48EA-86D0-5CB0ADED42A3}" type="pres">
      <dgm:prSet presAssocID="{79278F33-0D6B-4338-8006-07DAFAF8F198}" presName="sibTrans" presStyleCnt="0"/>
      <dgm:spPr/>
    </dgm:pt>
    <dgm:pt modelId="{171F5078-2629-4174-8C8C-932E1D0B04DC}" type="pres">
      <dgm:prSet presAssocID="{D70A7983-146D-47A0-997D-889B590EA74D}" presName="compositeNode" presStyleCnt="0">
        <dgm:presLayoutVars>
          <dgm:bulletEnabled val="1"/>
        </dgm:presLayoutVars>
      </dgm:prSet>
      <dgm:spPr/>
    </dgm:pt>
    <dgm:pt modelId="{226BF2BC-13E2-465A-9C1F-4EC5A7747CB4}" type="pres">
      <dgm:prSet presAssocID="{D70A7983-146D-47A0-997D-889B590EA74D}" presName="bgRect" presStyleLbl="alignNode1" presStyleIdx="1" presStyleCnt="3"/>
      <dgm:spPr/>
    </dgm:pt>
    <dgm:pt modelId="{7C7C6B78-52B2-4D11-9A67-1296BF340FD5}" type="pres">
      <dgm:prSet presAssocID="{28F2FE19-4DED-43D3-80E5-B7E25E63D38A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6263B460-9303-4B4D-9951-12BF2C960A2F}" type="pres">
      <dgm:prSet presAssocID="{D70A7983-146D-47A0-997D-889B590EA74D}" presName="nodeRect" presStyleLbl="alignNode1" presStyleIdx="1" presStyleCnt="3">
        <dgm:presLayoutVars>
          <dgm:bulletEnabled val="1"/>
        </dgm:presLayoutVars>
      </dgm:prSet>
      <dgm:spPr/>
    </dgm:pt>
    <dgm:pt modelId="{5EE4261C-9CD5-4C50-A3B8-AB27C7C6C93F}" type="pres">
      <dgm:prSet presAssocID="{28F2FE19-4DED-43D3-80E5-B7E25E63D38A}" presName="sibTrans" presStyleCnt="0"/>
      <dgm:spPr/>
    </dgm:pt>
    <dgm:pt modelId="{A0E411CC-9DA7-487A-B03E-CC0C21FCC39F}" type="pres">
      <dgm:prSet presAssocID="{2552A4E6-45D0-4D75-B7B1-956F924181D7}" presName="compositeNode" presStyleCnt="0">
        <dgm:presLayoutVars>
          <dgm:bulletEnabled val="1"/>
        </dgm:presLayoutVars>
      </dgm:prSet>
      <dgm:spPr/>
    </dgm:pt>
    <dgm:pt modelId="{F3F132A5-81A1-4D78-9922-3D9EC1227335}" type="pres">
      <dgm:prSet presAssocID="{2552A4E6-45D0-4D75-B7B1-956F924181D7}" presName="bgRect" presStyleLbl="alignNode1" presStyleIdx="2" presStyleCnt="3"/>
      <dgm:spPr/>
    </dgm:pt>
    <dgm:pt modelId="{4D667A1D-0CE4-456E-AA36-73EB57F4FA10}" type="pres">
      <dgm:prSet presAssocID="{BB7C8A04-9164-41FD-B87C-28368498BD33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7BE75A26-3746-4EEF-9905-A3BBFB5C691D}" type="pres">
      <dgm:prSet presAssocID="{2552A4E6-45D0-4D75-B7B1-956F924181D7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B517AD03-B742-4077-A45E-F164022CF6B7}" type="presOf" srcId="{2552A4E6-45D0-4D75-B7B1-956F924181D7}" destId="{7BE75A26-3746-4EEF-9905-A3BBFB5C691D}" srcOrd="1" destOrd="0" presId="urn:microsoft.com/office/officeart/2016/7/layout/LinearBlockProcessNumbered"/>
    <dgm:cxn modelId="{F9C4AA21-83A4-4363-B740-262E50744AD1}" type="presOf" srcId="{D70A7983-146D-47A0-997D-889B590EA74D}" destId="{226BF2BC-13E2-465A-9C1F-4EC5A7747CB4}" srcOrd="0" destOrd="0" presId="urn:microsoft.com/office/officeart/2016/7/layout/LinearBlockProcessNumbered"/>
    <dgm:cxn modelId="{35B35136-AD06-4CE2-974A-DABB9427300A}" type="presOf" srcId="{D70A7983-146D-47A0-997D-889B590EA74D}" destId="{6263B460-9303-4B4D-9951-12BF2C960A2F}" srcOrd="1" destOrd="0" presId="urn:microsoft.com/office/officeart/2016/7/layout/LinearBlockProcessNumbered"/>
    <dgm:cxn modelId="{15B36F41-0B65-4BE4-A9AD-670FEB060668}" type="presOf" srcId="{3A0FF671-8341-4C61-9734-DC8E58589742}" destId="{D30047EC-A179-49FA-8D53-4E727CBA78ED}" srcOrd="0" destOrd="0" presId="urn:microsoft.com/office/officeart/2016/7/layout/LinearBlockProcessNumbered"/>
    <dgm:cxn modelId="{C081A04C-38D3-4177-B15C-A1443F877D9C}" type="presOf" srcId="{79278F33-0D6B-4338-8006-07DAFAF8F198}" destId="{057D8458-0F02-4B24-B80F-B50B44A301FD}" srcOrd="0" destOrd="0" presId="urn:microsoft.com/office/officeart/2016/7/layout/LinearBlockProcessNumbered"/>
    <dgm:cxn modelId="{C9369050-FAAC-4DD0-B561-89372B0A47AC}" type="presOf" srcId="{011BE272-3CA2-4593-9EAB-FAC423E47042}" destId="{1556426D-3C06-457D-BEED-00FECF6DEDA4}" srcOrd="0" destOrd="0" presId="urn:microsoft.com/office/officeart/2016/7/layout/LinearBlockProcessNumbered"/>
    <dgm:cxn modelId="{9928A253-45DB-427B-8110-810168F02BE9}" srcId="{011BE272-3CA2-4593-9EAB-FAC423E47042}" destId="{2552A4E6-45D0-4D75-B7B1-956F924181D7}" srcOrd="2" destOrd="0" parTransId="{7F0B6E3D-6959-4C8A-BA48-FE58914C277B}" sibTransId="{BB7C8A04-9164-41FD-B87C-28368498BD33}"/>
    <dgm:cxn modelId="{D7337C87-E6B7-456E-9820-A9F93E26C7B2}" type="presOf" srcId="{28F2FE19-4DED-43D3-80E5-B7E25E63D38A}" destId="{7C7C6B78-52B2-4D11-9A67-1296BF340FD5}" srcOrd="0" destOrd="0" presId="urn:microsoft.com/office/officeart/2016/7/layout/LinearBlockProcessNumbered"/>
    <dgm:cxn modelId="{7F6EB187-DE95-4842-AF88-F38C112EB7D8}" srcId="{011BE272-3CA2-4593-9EAB-FAC423E47042}" destId="{3A0FF671-8341-4C61-9734-DC8E58589742}" srcOrd="0" destOrd="0" parTransId="{5A6D8087-17E7-4B09-AEB5-4ADAEE2EBA48}" sibTransId="{79278F33-0D6B-4338-8006-07DAFAF8F198}"/>
    <dgm:cxn modelId="{A54E39AC-59DB-46CD-BE9C-5C2D95E38C7D}" srcId="{011BE272-3CA2-4593-9EAB-FAC423E47042}" destId="{D70A7983-146D-47A0-997D-889B590EA74D}" srcOrd="1" destOrd="0" parTransId="{FBD20BDB-0D49-47F0-A912-45408ADD076D}" sibTransId="{28F2FE19-4DED-43D3-80E5-B7E25E63D38A}"/>
    <dgm:cxn modelId="{F97102C6-5968-47AD-A3E7-297680C106BA}" type="presOf" srcId="{BB7C8A04-9164-41FD-B87C-28368498BD33}" destId="{4D667A1D-0CE4-456E-AA36-73EB57F4FA10}" srcOrd="0" destOrd="0" presId="urn:microsoft.com/office/officeart/2016/7/layout/LinearBlockProcessNumbered"/>
    <dgm:cxn modelId="{928226E7-FD05-44E9-A6C1-B302230EC076}" type="presOf" srcId="{3A0FF671-8341-4C61-9734-DC8E58589742}" destId="{1C987DA6-A553-4DB4-BD6C-0E7FCFF752F7}" srcOrd="1" destOrd="0" presId="urn:microsoft.com/office/officeart/2016/7/layout/LinearBlockProcessNumbered"/>
    <dgm:cxn modelId="{8CAC76F0-242E-46F2-8950-EB5B054765C7}" type="presOf" srcId="{2552A4E6-45D0-4D75-B7B1-956F924181D7}" destId="{F3F132A5-81A1-4D78-9922-3D9EC1227335}" srcOrd="0" destOrd="0" presId="urn:microsoft.com/office/officeart/2016/7/layout/LinearBlockProcessNumbered"/>
    <dgm:cxn modelId="{7CBBF59E-C528-4DFE-ACEB-CFC801BC7374}" type="presParOf" srcId="{1556426D-3C06-457D-BEED-00FECF6DEDA4}" destId="{D2DE1752-9B71-4FF4-8595-5D3FF14D93B9}" srcOrd="0" destOrd="0" presId="urn:microsoft.com/office/officeart/2016/7/layout/LinearBlockProcessNumbered"/>
    <dgm:cxn modelId="{9BC244D7-65BB-4ECA-83D4-43224D768D47}" type="presParOf" srcId="{D2DE1752-9B71-4FF4-8595-5D3FF14D93B9}" destId="{D30047EC-A179-49FA-8D53-4E727CBA78ED}" srcOrd="0" destOrd="0" presId="urn:microsoft.com/office/officeart/2016/7/layout/LinearBlockProcessNumbered"/>
    <dgm:cxn modelId="{4E41D7F0-09B8-4B43-ADCC-022F3BEDE92E}" type="presParOf" srcId="{D2DE1752-9B71-4FF4-8595-5D3FF14D93B9}" destId="{057D8458-0F02-4B24-B80F-B50B44A301FD}" srcOrd="1" destOrd="0" presId="urn:microsoft.com/office/officeart/2016/7/layout/LinearBlockProcessNumbered"/>
    <dgm:cxn modelId="{232F1498-737C-4EB5-A81D-D58C7CC79EAC}" type="presParOf" srcId="{D2DE1752-9B71-4FF4-8595-5D3FF14D93B9}" destId="{1C987DA6-A553-4DB4-BD6C-0E7FCFF752F7}" srcOrd="2" destOrd="0" presId="urn:microsoft.com/office/officeart/2016/7/layout/LinearBlockProcessNumbered"/>
    <dgm:cxn modelId="{E037EA3C-03E8-4DEB-BCE1-B2386C18043B}" type="presParOf" srcId="{1556426D-3C06-457D-BEED-00FECF6DEDA4}" destId="{B50C8D2E-D3C7-48EA-86D0-5CB0ADED42A3}" srcOrd="1" destOrd="0" presId="urn:microsoft.com/office/officeart/2016/7/layout/LinearBlockProcessNumbered"/>
    <dgm:cxn modelId="{03DA8B2B-055E-48B7-91BB-E6049F38D52B}" type="presParOf" srcId="{1556426D-3C06-457D-BEED-00FECF6DEDA4}" destId="{171F5078-2629-4174-8C8C-932E1D0B04DC}" srcOrd="2" destOrd="0" presId="urn:microsoft.com/office/officeart/2016/7/layout/LinearBlockProcessNumbered"/>
    <dgm:cxn modelId="{AEFFF823-277D-40B4-909F-D2EC94C30BB0}" type="presParOf" srcId="{171F5078-2629-4174-8C8C-932E1D0B04DC}" destId="{226BF2BC-13E2-465A-9C1F-4EC5A7747CB4}" srcOrd="0" destOrd="0" presId="urn:microsoft.com/office/officeart/2016/7/layout/LinearBlockProcessNumbered"/>
    <dgm:cxn modelId="{4BF7DCB3-766B-47EE-A3F0-E4E0E1BEE7FA}" type="presParOf" srcId="{171F5078-2629-4174-8C8C-932E1D0B04DC}" destId="{7C7C6B78-52B2-4D11-9A67-1296BF340FD5}" srcOrd="1" destOrd="0" presId="urn:microsoft.com/office/officeart/2016/7/layout/LinearBlockProcessNumbered"/>
    <dgm:cxn modelId="{D37A86FB-CEB6-4A75-A787-8AEF3C0CEF78}" type="presParOf" srcId="{171F5078-2629-4174-8C8C-932E1D0B04DC}" destId="{6263B460-9303-4B4D-9951-12BF2C960A2F}" srcOrd="2" destOrd="0" presId="urn:microsoft.com/office/officeart/2016/7/layout/LinearBlockProcessNumbered"/>
    <dgm:cxn modelId="{585D08B7-10B6-47C7-ADAE-F3887B53927C}" type="presParOf" srcId="{1556426D-3C06-457D-BEED-00FECF6DEDA4}" destId="{5EE4261C-9CD5-4C50-A3B8-AB27C7C6C93F}" srcOrd="3" destOrd="0" presId="urn:microsoft.com/office/officeart/2016/7/layout/LinearBlockProcessNumbered"/>
    <dgm:cxn modelId="{8CD7CA58-492F-407B-9DB6-75372946ED53}" type="presParOf" srcId="{1556426D-3C06-457D-BEED-00FECF6DEDA4}" destId="{A0E411CC-9DA7-487A-B03E-CC0C21FCC39F}" srcOrd="4" destOrd="0" presId="urn:microsoft.com/office/officeart/2016/7/layout/LinearBlockProcessNumbered"/>
    <dgm:cxn modelId="{6FA506F2-9C63-41CB-BD03-2D433613EAF3}" type="presParOf" srcId="{A0E411CC-9DA7-487A-B03E-CC0C21FCC39F}" destId="{F3F132A5-81A1-4D78-9922-3D9EC1227335}" srcOrd="0" destOrd="0" presId="urn:microsoft.com/office/officeart/2016/7/layout/LinearBlockProcessNumbered"/>
    <dgm:cxn modelId="{16346AE3-E23A-4D26-A018-9659EB74D302}" type="presParOf" srcId="{A0E411CC-9DA7-487A-B03E-CC0C21FCC39F}" destId="{4D667A1D-0CE4-456E-AA36-73EB57F4FA10}" srcOrd="1" destOrd="0" presId="urn:microsoft.com/office/officeart/2016/7/layout/LinearBlockProcessNumbered"/>
    <dgm:cxn modelId="{E5129A52-FE1C-488B-87F5-92FF32C54AC6}" type="presParOf" srcId="{A0E411CC-9DA7-487A-B03E-CC0C21FCC39F}" destId="{7BE75A26-3746-4EEF-9905-A3BBFB5C691D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A6841A3-B99B-4A4B-8C3D-9143D8061A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F167A05-8A7A-49AE-BAE0-C79B1CF41C1B}">
      <dgm:prSet/>
      <dgm:spPr/>
      <dgm:t>
        <a:bodyPr/>
        <a:lstStyle/>
        <a:p>
          <a:r>
            <a:rPr lang="vi-VN"/>
            <a:t>Tính thêm BHXH, BHYT</a:t>
          </a:r>
          <a:endParaRPr lang="en-US"/>
        </a:p>
      </dgm:t>
    </dgm:pt>
    <dgm:pt modelId="{61D0E69E-D28F-4FD3-AA71-424E4C47EF39}" type="parTrans" cxnId="{47D1A43C-2C77-4F2D-825D-57973E8EFCEA}">
      <dgm:prSet/>
      <dgm:spPr/>
      <dgm:t>
        <a:bodyPr/>
        <a:lstStyle/>
        <a:p>
          <a:endParaRPr lang="en-US"/>
        </a:p>
      </dgm:t>
    </dgm:pt>
    <dgm:pt modelId="{C0988318-2138-42A8-9A0F-A8B6CB3D47B4}" type="sibTrans" cxnId="{47D1A43C-2C77-4F2D-825D-57973E8EFCEA}">
      <dgm:prSet/>
      <dgm:spPr/>
      <dgm:t>
        <a:bodyPr/>
        <a:lstStyle/>
        <a:p>
          <a:endParaRPr lang="en-US"/>
        </a:p>
      </dgm:t>
    </dgm:pt>
    <dgm:pt modelId="{835A2EDA-0545-494A-84D5-BB9E60EF163E}">
      <dgm:prSet/>
      <dgm:spPr/>
      <dgm:t>
        <a:bodyPr/>
        <a:lstStyle/>
        <a:p>
          <a:r>
            <a:rPr lang="vi-VN"/>
            <a:t>Giao diện đồ họa</a:t>
          </a:r>
          <a:endParaRPr lang="en-US"/>
        </a:p>
      </dgm:t>
    </dgm:pt>
    <dgm:pt modelId="{F09D107B-A194-4FC5-A07B-AC8BD9EB4A33}" type="parTrans" cxnId="{7C746213-BB60-47D2-9CE4-24175D9C5022}">
      <dgm:prSet/>
      <dgm:spPr/>
      <dgm:t>
        <a:bodyPr/>
        <a:lstStyle/>
        <a:p>
          <a:endParaRPr lang="en-US"/>
        </a:p>
      </dgm:t>
    </dgm:pt>
    <dgm:pt modelId="{C5BC210E-077E-49AC-A0E6-0FA790C62BA6}" type="sibTrans" cxnId="{7C746213-BB60-47D2-9CE4-24175D9C5022}">
      <dgm:prSet/>
      <dgm:spPr/>
      <dgm:t>
        <a:bodyPr/>
        <a:lstStyle/>
        <a:p>
          <a:endParaRPr lang="en-US"/>
        </a:p>
      </dgm:t>
    </dgm:pt>
    <dgm:pt modelId="{BB433936-354B-473E-B4B8-CB9F69EFD8A8}">
      <dgm:prSet/>
      <dgm:spPr/>
      <dgm:t>
        <a:bodyPr/>
        <a:lstStyle/>
        <a:p>
          <a:r>
            <a:rPr lang="vi-VN"/>
            <a:t>Xuất báo cáo Excel</a:t>
          </a:r>
          <a:endParaRPr lang="en-US"/>
        </a:p>
      </dgm:t>
    </dgm:pt>
    <dgm:pt modelId="{BE1CFE48-8635-4557-9787-6B8B573440C7}" type="parTrans" cxnId="{495D4036-0D86-45C1-89AA-81DF9BE35E6E}">
      <dgm:prSet/>
      <dgm:spPr/>
      <dgm:t>
        <a:bodyPr/>
        <a:lstStyle/>
        <a:p>
          <a:endParaRPr lang="en-US"/>
        </a:p>
      </dgm:t>
    </dgm:pt>
    <dgm:pt modelId="{7795C34B-AB96-473B-8597-23214B79BE1A}" type="sibTrans" cxnId="{495D4036-0D86-45C1-89AA-81DF9BE35E6E}">
      <dgm:prSet/>
      <dgm:spPr/>
      <dgm:t>
        <a:bodyPr/>
        <a:lstStyle/>
        <a:p>
          <a:endParaRPr lang="en-US"/>
        </a:p>
      </dgm:t>
    </dgm:pt>
    <dgm:pt modelId="{537B873D-16F4-4F9F-96BD-F87DFE03A1B8}">
      <dgm:prSet/>
      <dgm:spPr/>
      <dgm:t>
        <a:bodyPr/>
        <a:lstStyle/>
        <a:p>
          <a:r>
            <a:rPr lang="vi-VN"/>
            <a:t>Quản lý nhiều người lao động</a:t>
          </a:r>
          <a:endParaRPr lang="en-US"/>
        </a:p>
      </dgm:t>
    </dgm:pt>
    <dgm:pt modelId="{517F0D1D-11C6-481C-8E9E-E4A954A30A05}" type="parTrans" cxnId="{0915AE7F-9A1A-408A-A6E2-E6873A98F0BA}">
      <dgm:prSet/>
      <dgm:spPr/>
      <dgm:t>
        <a:bodyPr/>
        <a:lstStyle/>
        <a:p>
          <a:endParaRPr lang="en-US"/>
        </a:p>
      </dgm:t>
    </dgm:pt>
    <dgm:pt modelId="{52A9F960-CE4F-414D-B7F9-E93C75465377}" type="sibTrans" cxnId="{0915AE7F-9A1A-408A-A6E2-E6873A98F0BA}">
      <dgm:prSet/>
      <dgm:spPr/>
      <dgm:t>
        <a:bodyPr/>
        <a:lstStyle/>
        <a:p>
          <a:endParaRPr lang="en-US"/>
        </a:p>
      </dgm:t>
    </dgm:pt>
    <dgm:pt modelId="{1707ACEE-C23E-4F0D-A81D-855E65CA5217}" type="pres">
      <dgm:prSet presAssocID="{9A6841A3-B99B-4A4B-8C3D-9143D8061A96}" presName="linear" presStyleCnt="0">
        <dgm:presLayoutVars>
          <dgm:animLvl val="lvl"/>
          <dgm:resizeHandles val="exact"/>
        </dgm:presLayoutVars>
      </dgm:prSet>
      <dgm:spPr/>
    </dgm:pt>
    <dgm:pt modelId="{150A4623-86E1-4D1A-80DD-83130BA504FE}" type="pres">
      <dgm:prSet presAssocID="{9F167A05-8A7A-49AE-BAE0-C79B1CF41C1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22A508C-510C-49DA-9771-4A0315B6D2A9}" type="pres">
      <dgm:prSet presAssocID="{C0988318-2138-42A8-9A0F-A8B6CB3D47B4}" presName="spacer" presStyleCnt="0"/>
      <dgm:spPr/>
    </dgm:pt>
    <dgm:pt modelId="{23726FC2-0E41-485A-A66B-54010EDAF6B5}" type="pres">
      <dgm:prSet presAssocID="{835A2EDA-0545-494A-84D5-BB9E60EF163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3FD6503-9FF2-4BC9-B178-59BE91345D69}" type="pres">
      <dgm:prSet presAssocID="{C5BC210E-077E-49AC-A0E6-0FA790C62BA6}" presName="spacer" presStyleCnt="0"/>
      <dgm:spPr/>
    </dgm:pt>
    <dgm:pt modelId="{B12FB809-D185-4D7A-B1E0-B4C27E6F7CF0}" type="pres">
      <dgm:prSet presAssocID="{BB433936-354B-473E-B4B8-CB9F69EFD8A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E988D88-1E59-45BE-B541-E7C7A397ACA9}" type="pres">
      <dgm:prSet presAssocID="{7795C34B-AB96-473B-8597-23214B79BE1A}" presName="spacer" presStyleCnt="0"/>
      <dgm:spPr/>
    </dgm:pt>
    <dgm:pt modelId="{44A64A99-CF1C-40AE-8F01-731BC9B31D0D}" type="pres">
      <dgm:prSet presAssocID="{537B873D-16F4-4F9F-96BD-F87DFE03A1B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6FA730B-E8C9-48A3-B37C-4027828F0DB2}" type="presOf" srcId="{BB433936-354B-473E-B4B8-CB9F69EFD8A8}" destId="{B12FB809-D185-4D7A-B1E0-B4C27E6F7CF0}" srcOrd="0" destOrd="0" presId="urn:microsoft.com/office/officeart/2005/8/layout/vList2"/>
    <dgm:cxn modelId="{7C746213-BB60-47D2-9CE4-24175D9C5022}" srcId="{9A6841A3-B99B-4A4B-8C3D-9143D8061A96}" destId="{835A2EDA-0545-494A-84D5-BB9E60EF163E}" srcOrd="1" destOrd="0" parTransId="{F09D107B-A194-4FC5-A07B-AC8BD9EB4A33}" sibTransId="{C5BC210E-077E-49AC-A0E6-0FA790C62BA6}"/>
    <dgm:cxn modelId="{495D4036-0D86-45C1-89AA-81DF9BE35E6E}" srcId="{9A6841A3-B99B-4A4B-8C3D-9143D8061A96}" destId="{BB433936-354B-473E-B4B8-CB9F69EFD8A8}" srcOrd="2" destOrd="0" parTransId="{BE1CFE48-8635-4557-9787-6B8B573440C7}" sibTransId="{7795C34B-AB96-473B-8597-23214B79BE1A}"/>
    <dgm:cxn modelId="{47D1A43C-2C77-4F2D-825D-57973E8EFCEA}" srcId="{9A6841A3-B99B-4A4B-8C3D-9143D8061A96}" destId="{9F167A05-8A7A-49AE-BAE0-C79B1CF41C1B}" srcOrd="0" destOrd="0" parTransId="{61D0E69E-D28F-4FD3-AA71-424E4C47EF39}" sibTransId="{C0988318-2138-42A8-9A0F-A8B6CB3D47B4}"/>
    <dgm:cxn modelId="{0915AE7F-9A1A-408A-A6E2-E6873A98F0BA}" srcId="{9A6841A3-B99B-4A4B-8C3D-9143D8061A96}" destId="{537B873D-16F4-4F9F-96BD-F87DFE03A1B8}" srcOrd="3" destOrd="0" parTransId="{517F0D1D-11C6-481C-8E9E-E4A954A30A05}" sibTransId="{52A9F960-CE4F-414D-B7F9-E93C75465377}"/>
    <dgm:cxn modelId="{A2D99384-F863-4462-8280-9FC9442CBFE5}" type="presOf" srcId="{9A6841A3-B99B-4A4B-8C3D-9143D8061A96}" destId="{1707ACEE-C23E-4F0D-A81D-855E65CA5217}" srcOrd="0" destOrd="0" presId="urn:microsoft.com/office/officeart/2005/8/layout/vList2"/>
    <dgm:cxn modelId="{E39B3B8E-F3B7-4C27-914F-FD01644FCA49}" type="presOf" srcId="{9F167A05-8A7A-49AE-BAE0-C79B1CF41C1B}" destId="{150A4623-86E1-4D1A-80DD-83130BA504FE}" srcOrd="0" destOrd="0" presId="urn:microsoft.com/office/officeart/2005/8/layout/vList2"/>
    <dgm:cxn modelId="{C5CF0194-C50C-4983-821C-E8C6FE00F89D}" type="presOf" srcId="{835A2EDA-0545-494A-84D5-BB9E60EF163E}" destId="{23726FC2-0E41-485A-A66B-54010EDAF6B5}" srcOrd="0" destOrd="0" presId="urn:microsoft.com/office/officeart/2005/8/layout/vList2"/>
    <dgm:cxn modelId="{F496C1BE-B438-451C-9058-DB6829293EDF}" type="presOf" srcId="{537B873D-16F4-4F9F-96BD-F87DFE03A1B8}" destId="{44A64A99-CF1C-40AE-8F01-731BC9B31D0D}" srcOrd="0" destOrd="0" presId="urn:microsoft.com/office/officeart/2005/8/layout/vList2"/>
    <dgm:cxn modelId="{47E8061D-ADB4-478B-8B73-54516E3F298C}" type="presParOf" srcId="{1707ACEE-C23E-4F0D-A81D-855E65CA5217}" destId="{150A4623-86E1-4D1A-80DD-83130BA504FE}" srcOrd="0" destOrd="0" presId="urn:microsoft.com/office/officeart/2005/8/layout/vList2"/>
    <dgm:cxn modelId="{36CC64BE-AEA7-430B-A68F-9FB869BACFA0}" type="presParOf" srcId="{1707ACEE-C23E-4F0D-A81D-855E65CA5217}" destId="{222A508C-510C-49DA-9771-4A0315B6D2A9}" srcOrd="1" destOrd="0" presId="urn:microsoft.com/office/officeart/2005/8/layout/vList2"/>
    <dgm:cxn modelId="{443AE21C-B844-4148-AEA2-330355AC0413}" type="presParOf" srcId="{1707ACEE-C23E-4F0D-A81D-855E65CA5217}" destId="{23726FC2-0E41-485A-A66B-54010EDAF6B5}" srcOrd="2" destOrd="0" presId="urn:microsoft.com/office/officeart/2005/8/layout/vList2"/>
    <dgm:cxn modelId="{CA9332F9-218F-41F6-BE9A-A4D14DC2A32B}" type="presParOf" srcId="{1707ACEE-C23E-4F0D-A81D-855E65CA5217}" destId="{33FD6503-9FF2-4BC9-B178-59BE91345D69}" srcOrd="3" destOrd="0" presId="urn:microsoft.com/office/officeart/2005/8/layout/vList2"/>
    <dgm:cxn modelId="{9073E83A-6694-4601-A854-6ADA2CC3F59F}" type="presParOf" srcId="{1707ACEE-C23E-4F0D-A81D-855E65CA5217}" destId="{B12FB809-D185-4D7A-B1E0-B4C27E6F7CF0}" srcOrd="4" destOrd="0" presId="urn:microsoft.com/office/officeart/2005/8/layout/vList2"/>
    <dgm:cxn modelId="{85F8BBFE-1D8B-4DD3-B1FC-8616C7947423}" type="presParOf" srcId="{1707ACEE-C23E-4F0D-A81D-855E65CA5217}" destId="{3E988D88-1E59-45BE-B541-E7C7A397ACA9}" srcOrd="5" destOrd="0" presId="urn:microsoft.com/office/officeart/2005/8/layout/vList2"/>
    <dgm:cxn modelId="{6BC376A7-3F9A-4C64-9DDA-BF9383E2B4CC}" type="presParOf" srcId="{1707ACEE-C23E-4F0D-A81D-855E65CA5217}" destId="{44A64A99-CF1C-40AE-8F01-731BC9B31D0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73C01C5-C141-4D03-8632-A7A3963900C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D519DF1-F9A2-491B-841D-21EA022CF848}">
      <dgm:prSet/>
      <dgm:spPr/>
      <dgm:t>
        <a:bodyPr/>
        <a:lstStyle/>
        <a:p>
          <a:r>
            <a:rPr lang="en-US"/>
            <a:t>Luật Thuế Thu nhập Cá nhân Việt Nam</a:t>
          </a:r>
        </a:p>
      </dgm:t>
    </dgm:pt>
    <dgm:pt modelId="{BAE06D1E-50BF-4C71-B820-3EA150022B38}" type="parTrans" cxnId="{9F43BA99-A710-4297-A441-B4E76BE9BBF8}">
      <dgm:prSet/>
      <dgm:spPr/>
      <dgm:t>
        <a:bodyPr/>
        <a:lstStyle/>
        <a:p>
          <a:endParaRPr lang="en-US"/>
        </a:p>
      </dgm:t>
    </dgm:pt>
    <dgm:pt modelId="{B2BD7AC4-749B-4669-9A88-F845AB6B00D9}" type="sibTrans" cxnId="{9F43BA99-A710-4297-A441-B4E76BE9BBF8}">
      <dgm:prSet/>
      <dgm:spPr/>
      <dgm:t>
        <a:bodyPr/>
        <a:lstStyle/>
        <a:p>
          <a:endParaRPr lang="en-US"/>
        </a:p>
      </dgm:t>
    </dgm:pt>
    <dgm:pt modelId="{6CD3A64F-CC94-4C3D-83F7-7BC401C313DD}">
      <dgm:prSet/>
      <dgm:spPr/>
      <dgm:t>
        <a:bodyPr/>
        <a:lstStyle/>
        <a:p>
          <a:r>
            <a:rPr lang="en-US">
              <a:hlinkClick xmlns:r="http://schemas.openxmlformats.org/officeDocument/2006/relationships" r:id="rId1"/>
            </a:rPr>
            <a:t>https://thuvienphapluat.vn</a:t>
          </a:r>
          <a:endParaRPr lang="en-US"/>
        </a:p>
      </dgm:t>
    </dgm:pt>
    <dgm:pt modelId="{02736816-AFB9-43D8-A84A-D4A165E2148B}" type="parTrans" cxnId="{369939AA-84A2-4EB3-BFDF-28CCDC9A0A48}">
      <dgm:prSet/>
      <dgm:spPr/>
      <dgm:t>
        <a:bodyPr/>
        <a:lstStyle/>
        <a:p>
          <a:endParaRPr lang="en-US"/>
        </a:p>
      </dgm:t>
    </dgm:pt>
    <dgm:pt modelId="{102058B9-4C0F-477C-8FE8-85CC5E5C89EC}" type="sibTrans" cxnId="{369939AA-84A2-4EB3-BFDF-28CCDC9A0A48}">
      <dgm:prSet/>
      <dgm:spPr/>
      <dgm:t>
        <a:bodyPr/>
        <a:lstStyle/>
        <a:p>
          <a:endParaRPr lang="en-US"/>
        </a:p>
      </dgm:t>
    </dgm:pt>
    <dgm:pt modelId="{8332FA37-2E83-4BBB-AE29-03E7CC28B5F5}">
      <dgm:prSet/>
      <dgm:spPr/>
      <dgm:t>
        <a:bodyPr/>
        <a:lstStyle/>
        <a:p>
          <a:r>
            <a:rPr lang="en-US"/>
            <a:t>Tài liệu môn học</a:t>
          </a:r>
        </a:p>
      </dgm:t>
    </dgm:pt>
    <dgm:pt modelId="{C623EE18-2BD3-42C8-A052-73BF05FE082B}" type="parTrans" cxnId="{5C89A364-4C73-46DA-ADBF-E52DA3797BBC}">
      <dgm:prSet/>
      <dgm:spPr/>
      <dgm:t>
        <a:bodyPr/>
        <a:lstStyle/>
        <a:p>
          <a:endParaRPr lang="en-US"/>
        </a:p>
      </dgm:t>
    </dgm:pt>
    <dgm:pt modelId="{8B331427-2CC5-40A4-B3B7-EB1B26265BAE}" type="sibTrans" cxnId="{5C89A364-4C73-46DA-ADBF-E52DA3797BBC}">
      <dgm:prSet/>
      <dgm:spPr/>
      <dgm:t>
        <a:bodyPr/>
        <a:lstStyle/>
        <a:p>
          <a:endParaRPr lang="en-US"/>
        </a:p>
      </dgm:t>
    </dgm:pt>
    <dgm:pt modelId="{FF0C3933-ED07-434D-BF1C-42B1F33DD905}" type="pres">
      <dgm:prSet presAssocID="{473C01C5-C141-4D03-8632-A7A3963900C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37699DB-9F1E-4BC8-BAB4-B505BDB6FE2D}" type="pres">
      <dgm:prSet presAssocID="{DD519DF1-F9A2-491B-841D-21EA022CF848}" presName="hierRoot1" presStyleCnt="0"/>
      <dgm:spPr/>
    </dgm:pt>
    <dgm:pt modelId="{EC97CBAB-ECF0-4A89-9AB9-3595E52ED144}" type="pres">
      <dgm:prSet presAssocID="{DD519DF1-F9A2-491B-841D-21EA022CF848}" presName="composite" presStyleCnt="0"/>
      <dgm:spPr/>
    </dgm:pt>
    <dgm:pt modelId="{B1CB4FA1-10A4-4DDF-99DC-8EFBADA7F379}" type="pres">
      <dgm:prSet presAssocID="{DD519DF1-F9A2-491B-841D-21EA022CF848}" presName="background" presStyleLbl="node0" presStyleIdx="0" presStyleCnt="3"/>
      <dgm:spPr/>
    </dgm:pt>
    <dgm:pt modelId="{3B31B5CE-492F-44FD-98B1-E62AB59AD306}" type="pres">
      <dgm:prSet presAssocID="{DD519DF1-F9A2-491B-841D-21EA022CF848}" presName="text" presStyleLbl="fgAcc0" presStyleIdx="0" presStyleCnt="3">
        <dgm:presLayoutVars>
          <dgm:chPref val="3"/>
        </dgm:presLayoutVars>
      </dgm:prSet>
      <dgm:spPr/>
    </dgm:pt>
    <dgm:pt modelId="{8BD06C58-4C93-49AB-8E37-7AFF466305C2}" type="pres">
      <dgm:prSet presAssocID="{DD519DF1-F9A2-491B-841D-21EA022CF848}" presName="hierChild2" presStyleCnt="0"/>
      <dgm:spPr/>
    </dgm:pt>
    <dgm:pt modelId="{5A8B5EC9-04D0-4911-A7EA-B2609058907D}" type="pres">
      <dgm:prSet presAssocID="{6CD3A64F-CC94-4C3D-83F7-7BC401C313DD}" presName="hierRoot1" presStyleCnt="0"/>
      <dgm:spPr/>
    </dgm:pt>
    <dgm:pt modelId="{984E2E4D-A951-477D-B63F-5CC9763874D9}" type="pres">
      <dgm:prSet presAssocID="{6CD3A64F-CC94-4C3D-83F7-7BC401C313DD}" presName="composite" presStyleCnt="0"/>
      <dgm:spPr/>
    </dgm:pt>
    <dgm:pt modelId="{E0022A64-9C83-4C2C-9B0D-B130404F776D}" type="pres">
      <dgm:prSet presAssocID="{6CD3A64F-CC94-4C3D-83F7-7BC401C313DD}" presName="background" presStyleLbl="node0" presStyleIdx="1" presStyleCnt="3"/>
      <dgm:spPr/>
    </dgm:pt>
    <dgm:pt modelId="{AE07EAB4-18F6-44BD-8386-0BE78158DD31}" type="pres">
      <dgm:prSet presAssocID="{6CD3A64F-CC94-4C3D-83F7-7BC401C313DD}" presName="text" presStyleLbl="fgAcc0" presStyleIdx="1" presStyleCnt="3">
        <dgm:presLayoutVars>
          <dgm:chPref val="3"/>
        </dgm:presLayoutVars>
      </dgm:prSet>
      <dgm:spPr/>
    </dgm:pt>
    <dgm:pt modelId="{CC31C015-3932-4582-A385-19C9155E679D}" type="pres">
      <dgm:prSet presAssocID="{6CD3A64F-CC94-4C3D-83F7-7BC401C313DD}" presName="hierChild2" presStyleCnt="0"/>
      <dgm:spPr/>
    </dgm:pt>
    <dgm:pt modelId="{4D31C584-F9D5-4872-8A3C-2F5B7DBCB398}" type="pres">
      <dgm:prSet presAssocID="{8332FA37-2E83-4BBB-AE29-03E7CC28B5F5}" presName="hierRoot1" presStyleCnt="0"/>
      <dgm:spPr/>
    </dgm:pt>
    <dgm:pt modelId="{6133E6D9-0FE9-4344-A44C-9A8CD46480D0}" type="pres">
      <dgm:prSet presAssocID="{8332FA37-2E83-4BBB-AE29-03E7CC28B5F5}" presName="composite" presStyleCnt="0"/>
      <dgm:spPr/>
    </dgm:pt>
    <dgm:pt modelId="{D2BA4524-F943-4BAC-8E15-FA730B0F94C5}" type="pres">
      <dgm:prSet presAssocID="{8332FA37-2E83-4BBB-AE29-03E7CC28B5F5}" presName="background" presStyleLbl="node0" presStyleIdx="2" presStyleCnt="3"/>
      <dgm:spPr/>
    </dgm:pt>
    <dgm:pt modelId="{3D3EF2EE-4F54-4CD1-841C-A8C2B12E87DB}" type="pres">
      <dgm:prSet presAssocID="{8332FA37-2E83-4BBB-AE29-03E7CC28B5F5}" presName="text" presStyleLbl="fgAcc0" presStyleIdx="2" presStyleCnt="3">
        <dgm:presLayoutVars>
          <dgm:chPref val="3"/>
        </dgm:presLayoutVars>
      </dgm:prSet>
      <dgm:spPr/>
    </dgm:pt>
    <dgm:pt modelId="{3BAFED1B-90FE-4945-B598-915E9022D163}" type="pres">
      <dgm:prSet presAssocID="{8332FA37-2E83-4BBB-AE29-03E7CC28B5F5}" presName="hierChild2" presStyleCnt="0"/>
      <dgm:spPr/>
    </dgm:pt>
  </dgm:ptLst>
  <dgm:cxnLst>
    <dgm:cxn modelId="{D18BBB0C-EA50-424B-9E4B-C0DEB4ECFB10}" type="presOf" srcId="{DD519DF1-F9A2-491B-841D-21EA022CF848}" destId="{3B31B5CE-492F-44FD-98B1-E62AB59AD306}" srcOrd="0" destOrd="0" presId="urn:microsoft.com/office/officeart/2005/8/layout/hierarchy1"/>
    <dgm:cxn modelId="{5C89A364-4C73-46DA-ADBF-E52DA3797BBC}" srcId="{473C01C5-C141-4D03-8632-A7A3963900C7}" destId="{8332FA37-2E83-4BBB-AE29-03E7CC28B5F5}" srcOrd="2" destOrd="0" parTransId="{C623EE18-2BD3-42C8-A052-73BF05FE082B}" sibTransId="{8B331427-2CC5-40A4-B3B7-EB1B26265BAE}"/>
    <dgm:cxn modelId="{2111E57E-14F8-4C37-BCAE-2CB939466D9D}" type="presOf" srcId="{6CD3A64F-CC94-4C3D-83F7-7BC401C313DD}" destId="{AE07EAB4-18F6-44BD-8386-0BE78158DD31}" srcOrd="0" destOrd="0" presId="urn:microsoft.com/office/officeart/2005/8/layout/hierarchy1"/>
    <dgm:cxn modelId="{9F43BA99-A710-4297-A441-B4E76BE9BBF8}" srcId="{473C01C5-C141-4D03-8632-A7A3963900C7}" destId="{DD519DF1-F9A2-491B-841D-21EA022CF848}" srcOrd="0" destOrd="0" parTransId="{BAE06D1E-50BF-4C71-B820-3EA150022B38}" sibTransId="{B2BD7AC4-749B-4669-9A88-F845AB6B00D9}"/>
    <dgm:cxn modelId="{369939AA-84A2-4EB3-BFDF-28CCDC9A0A48}" srcId="{473C01C5-C141-4D03-8632-A7A3963900C7}" destId="{6CD3A64F-CC94-4C3D-83F7-7BC401C313DD}" srcOrd="1" destOrd="0" parTransId="{02736816-AFB9-43D8-A84A-D4A165E2148B}" sibTransId="{102058B9-4C0F-477C-8FE8-85CC5E5C89EC}"/>
    <dgm:cxn modelId="{E1005AC2-D92E-4A09-B9D5-9812E3E132F8}" type="presOf" srcId="{473C01C5-C141-4D03-8632-A7A3963900C7}" destId="{FF0C3933-ED07-434D-BF1C-42B1F33DD905}" srcOrd="0" destOrd="0" presId="urn:microsoft.com/office/officeart/2005/8/layout/hierarchy1"/>
    <dgm:cxn modelId="{5C0B2AD7-F277-4F8F-9B37-CA9ED6FFBFB2}" type="presOf" srcId="{8332FA37-2E83-4BBB-AE29-03E7CC28B5F5}" destId="{3D3EF2EE-4F54-4CD1-841C-A8C2B12E87DB}" srcOrd="0" destOrd="0" presId="urn:microsoft.com/office/officeart/2005/8/layout/hierarchy1"/>
    <dgm:cxn modelId="{3DAF2793-6D9F-409A-9EA7-06F371D31C16}" type="presParOf" srcId="{FF0C3933-ED07-434D-BF1C-42B1F33DD905}" destId="{A37699DB-9F1E-4BC8-BAB4-B505BDB6FE2D}" srcOrd="0" destOrd="0" presId="urn:microsoft.com/office/officeart/2005/8/layout/hierarchy1"/>
    <dgm:cxn modelId="{204F02FD-AE2C-47DB-9ACB-671EA4D2BC60}" type="presParOf" srcId="{A37699DB-9F1E-4BC8-BAB4-B505BDB6FE2D}" destId="{EC97CBAB-ECF0-4A89-9AB9-3595E52ED144}" srcOrd="0" destOrd="0" presId="urn:microsoft.com/office/officeart/2005/8/layout/hierarchy1"/>
    <dgm:cxn modelId="{6C09A84D-3960-4F2D-898D-2D6F7BBF259A}" type="presParOf" srcId="{EC97CBAB-ECF0-4A89-9AB9-3595E52ED144}" destId="{B1CB4FA1-10A4-4DDF-99DC-8EFBADA7F379}" srcOrd="0" destOrd="0" presId="urn:microsoft.com/office/officeart/2005/8/layout/hierarchy1"/>
    <dgm:cxn modelId="{47D861FD-7855-45AA-A629-63E4F673D022}" type="presParOf" srcId="{EC97CBAB-ECF0-4A89-9AB9-3595E52ED144}" destId="{3B31B5CE-492F-44FD-98B1-E62AB59AD306}" srcOrd="1" destOrd="0" presId="urn:microsoft.com/office/officeart/2005/8/layout/hierarchy1"/>
    <dgm:cxn modelId="{9D09D986-7F08-4014-9429-7F6B4459369C}" type="presParOf" srcId="{A37699DB-9F1E-4BC8-BAB4-B505BDB6FE2D}" destId="{8BD06C58-4C93-49AB-8E37-7AFF466305C2}" srcOrd="1" destOrd="0" presId="urn:microsoft.com/office/officeart/2005/8/layout/hierarchy1"/>
    <dgm:cxn modelId="{793E6E84-6DDE-4CF7-A39B-5CFE7C6B24EF}" type="presParOf" srcId="{FF0C3933-ED07-434D-BF1C-42B1F33DD905}" destId="{5A8B5EC9-04D0-4911-A7EA-B2609058907D}" srcOrd="1" destOrd="0" presId="urn:microsoft.com/office/officeart/2005/8/layout/hierarchy1"/>
    <dgm:cxn modelId="{127AB957-34CA-467C-9327-071649C113FF}" type="presParOf" srcId="{5A8B5EC9-04D0-4911-A7EA-B2609058907D}" destId="{984E2E4D-A951-477D-B63F-5CC9763874D9}" srcOrd="0" destOrd="0" presId="urn:microsoft.com/office/officeart/2005/8/layout/hierarchy1"/>
    <dgm:cxn modelId="{22A61BB2-4174-445A-9CF0-9C95D0779CA5}" type="presParOf" srcId="{984E2E4D-A951-477D-B63F-5CC9763874D9}" destId="{E0022A64-9C83-4C2C-9B0D-B130404F776D}" srcOrd="0" destOrd="0" presId="urn:microsoft.com/office/officeart/2005/8/layout/hierarchy1"/>
    <dgm:cxn modelId="{6309FADB-3FEE-48CA-891A-69365CF042DA}" type="presParOf" srcId="{984E2E4D-A951-477D-B63F-5CC9763874D9}" destId="{AE07EAB4-18F6-44BD-8386-0BE78158DD31}" srcOrd="1" destOrd="0" presId="urn:microsoft.com/office/officeart/2005/8/layout/hierarchy1"/>
    <dgm:cxn modelId="{372F6036-7EBA-46D7-B434-B4A8B6FA1EA8}" type="presParOf" srcId="{5A8B5EC9-04D0-4911-A7EA-B2609058907D}" destId="{CC31C015-3932-4582-A385-19C9155E679D}" srcOrd="1" destOrd="0" presId="urn:microsoft.com/office/officeart/2005/8/layout/hierarchy1"/>
    <dgm:cxn modelId="{2611CDE4-EF92-400F-BA48-B12172F2A1DC}" type="presParOf" srcId="{FF0C3933-ED07-434D-BF1C-42B1F33DD905}" destId="{4D31C584-F9D5-4872-8A3C-2F5B7DBCB398}" srcOrd="2" destOrd="0" presId="urn:microsoft.com/office/officeart/2005/8/layout/hierarchy1"/>
    <dgm:cxn modelId="{A9828960-1E20-4DDC-A12E-E47A27607857}" type="presParOf" srcId="{4D31C584-F9D5-4872-8A3C-2F5B7DBCB398}" destId="{6133E6D9-0FE9-4344-A44C-9A8CD46480D0}" srcOrd="0" destOrd="0" presId="urn:microsoft.com/office/officeart/2005/8/layout/hierarchy1"/>
    <dgm:cxn modelId="{DDE42CCC-B5D8-4D96-B33E-2DAAA38044B3}" type="presParOf" srcId="{6133E6D9-0FE9-4344-A44C-9A8CD46480D0}" destId="{D2BA4524-F943-4BAC-8E15-FA730B0F94C5}" srcOrd="0" destOrd="0" presId="urn:microsoft.com/office/officeart/2005/8/layout/hierarchy1"/>
    <dgm:cxn modelId="{2FEE7B72-19D7-4D3C-9DED-1FAF08ABB047}" type="presParOf" srcId="{6133E6D9-0FE9-4344-A44C-9A8CD46480D0}" destId="{3D3EF2EE-4F54-4CD1-841C-A8C2B12E87DB}" srcOrd="1" destOrd="0" presId="urn:microsoft.com/office/officeart/2005/8/layout/hierarchy1"/>
    <dgm:cxn modelId="{F5B6633A-D97C-4243-9089-C000AEB5460E}" type="presParOf" srcId="{4D31C584-F9D5-4872-8A3C-2F5B7DBCB398}" destId="{3BAFED1B-90FE-4945-B598-915E9022D16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A2D092-CD9B-4FFD-AFB9-697FA0F94EA1}">
      <dsp:nvSpPr>
        <dsp:cNvPr id="0" name=""/>
        <dsp:cNvSpPr/>
      </dsp:nvSpPr>
      <dsp:spPr>
        <a:xfrm>
          <a:off x="0" y="837604"/>
          <a:ext cx="1743273" cy="209192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197" tIns="0" rIns="17219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1Giới thiệu đề tài</a:t>
          </a:r>
          <a:endParaRPr lang="en-US" sz="2200" kern="1200"/>
        </a:p>
      </dsp:txBody>
      <dsp:txXfrm>
        <a:off x="0" y="1674376"/>
        <a:ext cx="1743273" cy="1255156"/>
      </dsp:txXfrm>
    </dsp:sp>
    <dsp:sp modelId="{0D6F99DF-FF06-4A37-A042-C1B1570B5EFF}">
      <dsp:nvSpPr>
        <dsp:cNvPr id="0" name=""/>
        <dsp:cNvSpPr/>
      </dsp:nvSpPr>
      <dsp:spPr>
        <a:xfrm>
          <a:off x="0" y="837604"/>
          <a:ext cx="1743273" cy="83677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197" tIns="165100" rIns="172197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01</a:t>
          </a:r>
        </a:p>
      </dsp:txBody>
      <dsp:txXfrm>
        <a:off x="0" y="837604"/>
        <a:ext cx="1743273" cy="836771"/>
      </dsp:txXfrm>
    </dsp:sp>
    <dsp:sp modelId="{9DE6F231-A9E0-471A-8F4F-9BD5DA88AD87}">
      <dsp:nvSpPr>
        <dsp:cNvPr id="0" name=""/>
        <dsp:cNvSpPr/>
      </dsp:nvSpPr>
      <dsp:spPr>
        <a:xfrm>
          <a:off x="1882735" y="837604"/>
          <a:ext cx="1743273" cy="209192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197" tIns="0" rIns="17219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Phân tích yêu cầu</a:t>
          </a:r>
          <a:endParaRPr lang="en-US" sz="2200" kern="1200"/>
        </a:p>
      </dsp:txBody>
      <dsp:txXfrm>
        <a:off x="1882735" y="1674376"/>
        <a:ext cx="1743273" cy="1255156"/>
      </dsp:txXfrm>
    </dsp:sp>
    <dsp:sp modelId="{12C6CE3C-60BF-43B4-A43F-9D60639866F0}">
      <dsp:nvSpPr>
        <dsp:cNvPr id="0" name=""/>
        <dsp:cNvSpPr/>
      </dsp:nvSpPr>
      <dsp:spPr>
        <a:xfrm>
          <a:off x="1882735" y="837604"/>
          <a:ext cx="1743273" cy="83677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197" tIns="165100" rIns="172197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02</a:t>
          </a:r>
        </a:p>
      </dsp:txBody>
      <dsp:txXfrm>
        <a:off x="1882735" y="837604"/>
        <a:ext cx="1743273" cy="836771"/>
      </dsp:txXfrm>
    </dsp:sp>
    <dsp:sp modelId="{7738629B-46D7-41A8-9BD9-F966E4ABF992}">
      <dsp:nvSpPr>
        <dsp:cNvPr id="0" name=""/>
        <dsp:cNvSpPr/>
      </dsp:nvSpPr>
      <dsp:spPr>
        <a:xfrm>
          <a:off x="3765470" y="837604"/>
          <a:ext cx="1743273" cy="209192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197" tIns="0" rIns="17219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Nghiệp vụ tính thuế TNCN</a:t>
          </a:r>
          <a:endParaRPr lang="en-US" sz="2200" kern="1200"/>
        </a:p>
      </dsp:txBody>
      <dsp:txXfrm>
        <a:off x="3765470" y="1674376"/>
        <a:ext cx="1743273" cy="1255156"/>
      </dsp:txXfrm>
    </dsp:sp>
    <dsp:sp modelId="{87829329-AD2A-41B9-8533-2F75F23CC1E1}">
      <dsp:nvSpPr>
        <dsp:cNvPr id="0" name=""/>
        <dsp:cNvSpPr/>
      </dsp:nvSpPr>
      <dsp:spPr>
        <a:xfrm>
          <a:off x="3765470" y="837604"/>
          <a:ext cx="1743273" cy="83677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197" tIns="165100" rIns="172197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03</a:t>
          </a:r>
        </a:p>
      </dsp:txBody>
      <dsp:txXfrm>
        <a:off x="3765470" y="837604"/>
        <a:ext cx="1743273" cy="836771"/>
      </dsp:txXfrm>
    </dsp:sp>
    <dsp:sp modelId="{C22E9C95-CF77-4835-B6CC-4BEDD003748F}">
      <dsp:nvSpPr>
        <dsp:cNvPr id="0" name=""/>
        <dsp:cNvSpPr/>
      </dsp:nvSpPr>
      <dsp:spPr>
        <a:xfrm>
          <a:off x="5648205" y="837604"/>
          <a:ext cx="1743273" cy="209192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197" tIns="0" rIns="17219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Thiết kế phần mềm</a:t>
          </a:r>
          <a:endParaRPr lang="en-US" sz="2200" kern="1200"/>
        </a:p>
      </dsp:txBody>
      <dsp:txXfrm>
        <a:off x="5648205" y="1674376"/>
        <a:ext cx="1743273" cy="1255156"/>
      </dsp:txXfrm>
    </dsp:sp>
    <dsp:sp modelId="{8B56C125-93ED-4D93-940D-2C6F7D05057F}">
      <dsp:nvSpPr>
        <dsp:cNvPr id="0" name=""/>
        <dsp:cNvSpPr/>
      </dsp:nvSpPr>
      <dsp:spPr>
        <a:xfrm>
          <a:off x="5648205" y="837604"/>
          <a:ext cx="1743273" cy="83677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197" tIns="165100" rIns="172197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04</a:t>
          </a:r>
        </a:p>
      </dsp:txBody>
      <dsp:txXfrm>
        <a:off x="5648205" y="837604"/>
        <a:ext cx="1743273" cy="836771"/>
      </dsp:txXfrm>
    </dsp:sp>
    <dsp:sp modelId="{149E24CA-9307-4AA5-A371-7DDD3D8BC995}">
      <dsp:nvSpPr>
        <dsp:cNvPr id="0" name=""/>
        <dsp:cNvSpPr/>
      </dsp:nvSpPr>
      <dsp:spPr>
        <a:xfrm>
          <a:off x="7530941" y="837604"/>
          <a:ext cx="1743273" cy="209192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197" tIns="0" rIns="17219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Demo &amp; kiểm thử</a:t>
          </a:r>
          <a:endParaRPr lang="en-US" sz="2200" kern="1200"/>
        </a:p>
      </dsp:txBody>
      <dsp:txXfrm>
        <a:off x="7530941" y="1674376"/>
        <a:ext cx="1743273" cy="1255156"/>
      </dsp:txXfrm>
    </dsp:sp>
    <dsp:sp modelId="{F318146A-C332-4DD8-985B-0D01166DA6A1}">
      <dsp:nvSpPr>
        <dsp:cNvPr id="0" name=""/>
        <dsp:cNvSpPr/>
      </dsp:nvSpPr>
      <dsp:spPr>
        <a:xfrm>
          <a:off x="7530941" y="837604"/>
          <a:ext cx="1743273" cy="83677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197" tIns="165100" rIns="172197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05</a:t>
          </a:r>
        </a:p>
      </dsp:txBody>
      <dsp:txXfrm>
        <a:off x="7530941" y="837604"/>
        <a:ext cx="1743273" cy="836771"/>
      </dsp:txXfrm>
    </dsp:sp>
    <dsp:sp modelId="{9373281A-075C-49AB-A8DC-32E0638C4194}">
      <dsp:nvSpPr>
        <dsp:cNvPr id="0" name=""/>
        <dsp:cNvSpPr/>
      </dsp:nvSpPr>
      <dsp:spPr>
        <a:xfrm>
          <a:off x="9413676" y="837604"/>
          <a:ext cx="1743273" cy="209192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197" tIns="0" rIns="17219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Kết luận và hướng phát triển</a:t>
          </a:r>
          <a:endParaRPr lang="en-US" sz="2200" kern="1200"/>
        </a:p>
      </dsp:txBody>
      <dsp:txXfrm>
        <a:off x="9413676" y="1674376"/>
        <a:ext cx="1743273" cy="1255156"/>
      </dsp:txXfrm>
    </dsp:sp>
    <dsp:sp modelId="{82175513-29CB-4B28-96CD-2B2A762D7137}">
      <dsp:nvSpPr>
        <dsp:cNvPr id="0" name=""/>
        <dsp:cNvSpPr/>
      </dsp:nvSpPr>
      <dsp:spPr>
        <a:xfrm>
          <a:off x="9413676" y="837604"/>
          <a:ext cx="1743273" cy="83677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197" tIns="165100" rIns="172197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06</a:t>
          </a:r>
        </a:p>
      </dsp:txBody>
      <dsp:txXfrm>
        <a:off x="9413676" y="837604"/>
        <a:ext cx="1743273" cy="8367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E9E01B-DB9A-4C6A-9E8F-F62DF6D129B4}">
      <dsp:nvSpPr>
        <dsp:cNvPr id="0" name=""/>
        <dsp:cNvSpPr/>
      </dsp:nvSpPr>
      <dsp:spPr>
        <a:xfrm>
          <a:off x="0" y="43145"/>
          <a:ext cx="6620255" cy="15514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 baseline="0"/>
            <a:t>Thuế TNCN là nghĩa vụ bắt buộc của người lao động</a:t>
          </a:r>
          <a:endParaRPr lang="en-US" sz="3900" kern="1200"/>
        </a:p>
      </dsp:txBody>
      <dsp:txXfrm>
        <a:off x="75734" y="118879"/>
        <a:ext cx="6468787" cy="1399952"/>
      </dsp:txXfrm>
    </dsp:sp>
    <dsp:sp modelId="{B84A6AB7-A108-4C27-88AB-5053A4F28B10}">
      <dsp:nvSpPr>
        <dsp:cNvPr id="0" name=""/>
        <dsp:cNvSpPr/>
      </dsp:nvSpPr>
      <dsp:spPr>
        <a:xfrm>
          <a:off x="0" y="1706885"/>
          <a:ext cx="6620255" cy="1551420"/>
        </a:xfrm>
        <a:prstGeom prst="roundRect">
          <a:avLst/>
        </a:prstGeom>
        <a:solidFill>
          <a:schemeClr val="accent5">
            <a:hueOff val="4187701"/>
            <a:satOff val="449"/>
            <a:lumOff val="-86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 baseline="0"/>
            <a:t>Việc tính thủ công dễ xảy ra sai sót</a:t>
          </a:r>
          <a:endParaRPr lang="en-US" sz="3900" kern="1200"/>
        </a:p>
      </dsp:txBody>
      <dsp:txXfrm>
        <a:off x="75734" y="1782619"/>
        <a:ext cx="6468787" cy="1399952"/>
      </dsp:txXfrm>
    </dsp:sp>
    <dsp:sp modelId="{89686992-EAFA-4A8B-9BDA-7E1F6DBA8B78}">
      <dsp:nvSpPr>
        <dsp:cNvPr id="0" name=""/>
        <dsp:cNvSpPr/>
      </dsp:nvSpPr>
      <dsp:spPr>
        <a:xfrm>
          <a:off x="0" y="3370626"/>
          <a:ext cx="6620255" cy="1551420"/>
        </a:xfrm>
        <a:prstGeom prst="roundRect">
          <a:avLst/>
        </a:prstGeom>
        <a:solidFill>
          <a:schemeClr val="accent5">
            <a:hueOff val="8375403"/>
            <a:satOff val="897"/>
            <a:lumOff val="-1725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 baseline="0"/>
            <a:t>Phần mềm giúp tính thuế chính xác và nhanh chóng</a:t>
          </a:r>
          <a:endParaRPr lang="en-US" sz="3900" kern="1200"/>
        </a:p>
      </dsp:txBody>
      <dsp:txXfrm>
        <a:off x="75734" y="3446360"/>
        <a:ext cx="6468787" cy="13999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D7DBF-36F5-41A2-9E91-93D5C7D44457}">
      <dsp:nvSpPr>
        <dsp:cNvPr id="0" name=""/>
        <dsp:cNvSpPr/>
      </dsp:nvSpPr>
      <dsp:spPr>
        <a:xfrm>
          <a:off x="0" y="611"/>
          <a:ext cx="73060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15058D-284F-4210-8D9F-06A80CA41184}">
      <dsp:nvSpPr>
        <dsp:cNvPr id="0" name=""/>
        <dsp:cNvSpPr/>
      </dsp:nvSpPr>
      <dsp:spPr>
        <a:xfrm>
          <a:off x="0" y="611"/>
          <a:ext cx="7306056" cy="10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200" kern="1200"/>
            <a:t>Thiết lập mức giảm trừ thuế</a:t>
          </a:r>
          <a:endParaRPr lang="en-US" sz="4200" kern="1200"/>
        </a:p>
      </dsp:txBody>
      <dsp:txXfrm>
        <a:off x="0" y="611"/>
        <a:ext cx="7306056" cy="1001937"/>
      </dsp:txXfrm>
    </dsp:sp>
    <dsp:sp modelId="{DF36B69D-30EC-45B1-8733-53C8C17F6909}">
      <dsp:nvSpPr>
        <dsp:cNvPr id="0" name=""/>
        <dsp:cNvSpPr/>
      </dsp:nvSpPr>
      <dsp:spPr>
        <a:xfrm>
          <a:off x="0" y="1002549"/>
          <a:ext cx="7306056" cy="0"/>
        </a:xfrm>
        <a:prstGeom prst="line">
          <a:avLst/>
        </a:prstGeom>
        <a:solidFill>
          <a:schemeClr val="accent2">
            <a:hueOff val="-2592252"/>
            <a:satOff val="-5102"/>
            <a:lumOff val="3186"/>
            <a:alphaOff val="0"/>
          </a:schemeClr>
        </a:solidFill>
        <a:ln w="19050" cap="flat" cmpd="sng" algn="ctr">
          <a:solidFill>
            <a:schemeClr val="accent2">
              <a:hueOff val="-2592252"/>
              <a:satOff val="-5102"/>
              <a:lumOff val="31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B2658-FFB1-45F9-91FF-3DBFEEAAD09A}">
      <dsp:nvSpPr>
        <dsp:cNvPr id="0" name=""/>
        <dsp:cNvSpPr/>
      </dsp:nvSpPr>
      <dsp:spPr>
        <a:xfrm>
          <a:off x="0" y="1002549"/>
          <a:ext cx="7306056" cy="10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200" kern="1200"/>
            <a:t>Nhập thông tin người lao động</a:t>
          </a:r>
          <a:endParaRPr lang="en-US" sz="4200" kern="1200"/>
        </a:p>
      </dsp:txBody>
      <dsp:txXfrm>
        <a:off x="0" y="1002549"/>
        <a:ext cx="7306056" cy="1001937"/>
      </dsp:txXfrm>
    </dsp:sp>
    <dsp:sp modelId="{DAF36FE0-A3F6-44EA-A0F3-FA2460679053}">
      <dsp:nvSpPr>
        <dsp:cNvPr id="0" name=""/>
        <dsp:cNvSpPr/>
      </dsp:nvSpPr>
      <dsp:spPr>
        <a:xfrm>
          <a:off x="0" y="2004487"/>
          <a:ext cx="7306056" cy="0"/>
        </a:xfrm>
        <a:prstGeom prst="line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accent2">
              <a:hueOff val="-5184504"/>
              <a:satOff val="-10204"/>
              <a:lumOff val="63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7F611B-B46E-46D8-B122-585677CDAF23}">
      <dsp:nvSpPr>
        <dsp:cNvPr id="0" name=""/>
        <dsp:cNvSpPr/>
      </dsp:nvSpPr>
      <dsp:spPr>
        <a:xfrm>
          <a:off x="0" y="2004487"/>
          <a:ext cx="7306056" cy="10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200" kern="1200"/>
            <a:t>Nhập thu nhập từng tháng</a:t>
          </a:r>
          <a:endParaRPr lang="en-US" sz="4200" kern="1200"/>
        </a:p>
      </dsp:txBody>
      <dsp:txXfrm>
        <a:off x="0" y="2004487"/>
        <a:ext cx="7306056" cy="1001937"/>
      </dsp:txXfrm>
    </dsp:sp>
    <dsp:sp modelId="{A82A23FF-F5A6-48E9-A485-0FCC763A01DB}">
      <dsp:nvSpPr>
        <dsp:cNvPr id="0" name=""/>
        <dsp:cNvSpPr/>
      </dsp:nvSpPr>
      <dsp:spPr>
        <a:xfrm>
          <a:off x="0" y="3006424"/>
          <a:ext cx="7306056" cy="0"/>
        </a:xfrm>
        <a:prstGeom prst="line">
          <a:avLst/>
        </a:prstGeom>
        <a:solidFill>
          <a:schemeClr val="accent2">
            <a:hueOff val="-7776756"/>
            <a:satOff val="-15306"/>
            <a:lumOff val="9559"/>
            <a:alphaOff val="0"/>
          </a:schemeClr>
        </a:solidFill>
        <a:ln w="19050" cap="flat" cmpd="sng" algn="ctr">
          <a:solidFill>
            <a:schemeClr val="accent2">
              <a:hueOff val="-7776756"/>
              <a:satOff val="-15306"/>
              <a:lumOff val="95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04DDCF-C016-4039-A62C-10C35385899B}">
      <dsp:nvSpPr>
        <dsp:cNvPr id="0" name=""/>
        <dsp:cNvSpPr/>
      </dsp:nvSpPr>
      <dsp:spPr>
        <a:xfrm>
          <a:off x="0" y="3006424"/>
          <a:ext cx="7306056" cy="10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200" kern="1200"/>
            <a:t>Tính thuế TNCN theo tháng</a:t>
          </a:r>
          <a:endParaRPr lang="en-US" sz="4200" kern="1200"/>
        </a:p>
      </dsp:txBody>
      <dsp:txXfrm>
        <a:off x="0" y="3006424"/>
        <a:ext cx="7306056" cy="1001937"/>
      </dsp:txXfrm>
    </dsp:sp>
    <dsp:sp modelId="{3F760456-6AE5-4E64-800F-2D5E3B69C671}">
      <dsp:nvSpPr>
        <dsp:cNvPr id="0" name=""/>
        <dsp:cNvSpPr/>
      </dsp:nvSpPr>
      <dsp:spPr>
        <a:xfrm>
          <a:off x="0" y="4008362"/>
          <a:ext cx="7306056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0A8065-AD4A-4B14-A2A6-399B61137DDA}">
      <dsp:nvSpPr>
        <dsp:cNvPr id="0" name=""/>
        <dsp:cNvSpPr/>
      </dsp:nvSpPr>
      <dsp:spPr>
        <a:xfrm>
          <a:off x="0" y="4008362"/>
          <a:ext cx="7306056" cy="10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200" kern="1200"/>
            <a:t>Quyết toán thuế cả năm</a:t>
          </a:r>
          <a:endParaRPr lang="en-US" sz="4200" kern="1200"/>
        </a:p>
      </dsp:txBody>
      <dsp:txXfrm>
        <a:off x="0" y="4008362"/>
        <a:ext cx="7306056" cy="10019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DF81F4-FBBE-4020-AFAC-78F53B865457}">
      <dsp:nvSpPr>
        <dsp:cNvPr id="0" name=""/>
        <dsp:cNvSpPr/>
      </dsp:nvSpPr>
      <dsp:spPr>
        <a:xfrm>
          <a:off x="3570223" y="1839"/>
          <a:ext cx="4016502" cy="12140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800" kern="1200"/>
            <a:t>Thu nhập tính thuế =</a:t>
          </a:r>
          <a:br>
            <a:rPr lang="vi-VN" sz="1800" kern="1200"/>
          </a:br>
          <a:r>
            <a:rPr lang="vi-VN" sz="1800" kern="1200"/>
            <a:t>Thu nhập – Giảm trừ bản thân – (Giảm trừ người phụ thuộc × Số NPT)</a:t>
          </a:r>
          <a:endParaRPr lang="en-US" sz="1800" kern="1200"/>
        </a:p>
      </dsp:txBody>
      <dsp:txXfrm>
        <a:off x="3629487" y="61103"/>
        <a:ext cx="3897974" cy="1095491"/>
      </dsp:txXfrm>
    </dsp:sp>
    <dsp:sp modelId="{691C27A2-4C3F-433F-B796-1E634D27BDB6}">
      <dsp:nvSpPr>
        <dsp:cNvPr id="0" name=""/>
        <dsp:cNvSpPr/>
      </dsp:nvSpPr>
      <dsp:spPr>
        <a:xfrm>
          <a:off x="3570223" y="1276559"/>
          <a:ext cx="4016502" cy="1214019"/>
        </a:xfrm>
        <a:prstGeom prst="roundRect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800" kern="1200"/>
            <a:t>Giảm trừ bản thân: 11.000.000 VND/tháng</a:t>
          </a:r>
          <a:endParaRPr lang="en-US" sz="1800" kern="1200"/>
        </a:p>
      </dsp:txBody>
      <dsp:txXfrm>
        <a:off x="3629487" y="1335823"/>
        <a:ext cx="3897974" cy="1095491"/>
      </dsp:txXfrm>
    </dsp:sp>
    <dsp:sp modelId="{4A330A69-39FA-41CA-85AE-ABF0B460D8FB}">
      <dsp:nvSpPr>
        <dsp:cNvPr id="0" name=""/>
        <dsp:cNvSpPr/>
      </dsp:nvSpPr>
      <dsp:spPr>
        <a:xfrm>
          <a:off x="3570223" y="2551279"/>
          <a:ext cx="4016502" cy="1214019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800" kern="1200"/>
            <a:t>Giảm trừ người phụ thuộc: 4.400.000 VND/tháng</a:t>
          </a:r>
          <a:endParaRPr lang="en-US" sz="1800" kern="1200"/>
        </a:p>
      </dsp:txBody>
      <dsp:txXfrm>
        <a:off x="3629487" y="2610543"/>
        <a:ext cx="3897974" cy="109549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54CD52-50EE-4F49-8BB9-60F32D4A885A}">
      <dsp:nvSpPr>
        <dsp:cNvPr id="0" name=""/>
        <dsp:cNvSpPr/>
      </dsp:nvSpPr>
      <dsp:spPr>
        <a:xfrm>
          <a:off x="0" y="119062"/>
          <a:ext cx="2714624" cy="16287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0" i="0" kern="1200" baseline="0"/>
            <a:t>≤ 5 triệu: 5%</a:t>
          </a:r>
          <a:endParaRPr lang="en-US" sz="4200" kern="1200"/>
        </a:p>
      </dsp:txBody>
      <dsp:txXfrm>
        <a:off x="0" y="119062"/>
        <a:ext cx="2714624" cy="1628775"/>
      </dsp:txXfrm>
    </dsp:sp>
    <dsp:sp modelId="{255B6FDB-48C5-40EE-99D7-E7A1C06DECD3}">
      <dsp:nvSpPr>
        <dsp:cNvPr id="0" name=""/>
        <dsp:cNvSpPr/>
      </dsp:nvSpPr>
      <dsp:spPr>
        <a:xfrm>
          <a:off x="2986087" y="119062"/>
          <a:ext cx="2714624" cy="16287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0" i="0" kern="1200" baseline="0"/>
            <a:t>5 – 10 triệu: 10%</a:t>
          </a:r>
          <a:endParaRPr lang="en-US" sz="4200" kern="1200"/>
        </a:p>
      </dsp:txBody>
      <dsp:txXfrm>
        <a:off x="2986087" y="119062"/>
        <a:ext cx="2714624" cy="1628775"/>
      </dsp:txXfrm>
    </dsp:sp>
    <dsp:sp modelId="{39CD0E67-3CF1-4B98-AFC2-562612381B8F}">
      <dsp:nvSpPr>
        <dsp:cNvPr id="0" name=""/>
        <dsp:cNvSpPr/>
      </dsp:nvSpPr>
      <dsp:spPr>
        <a:xfrm>
          <a:off x="5972175" y="119062"/>
          <a:ext cx="2714624" cy="162877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0" i="0" kern="1200" baseline="0"/>
            <a:t>10 – 18 triệu: 15%</a:t>
          </a:r>
          <a:endParaRPr lang="en-US" sz="4200" kern="1200"/>
        </a:p>
      </dsp:txBody>
      <dsp:txXfrm>
        <a:off x="5972175" y="119062"/>
        <a:ext cx="2714624" cy="1628775"/>
      </dsp:txXfrm>
    </dsp:sp>
    <dsp:sp modelId="{655C73E1-D16B-4B5C-B880-571472191D86}">
      <dsp:nvSpPr>
        <dsp:cNvPr id="0" name=""/>
        <dsp:cNvSpPr/>
      </dsp:nvSpPr>
      <dsp:spPr>
        <a:xfrm>
          <a:off x="0" y="2019300"/>
          <a:ext cx="2714624" cy="16287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0" i="0" kern="1200" baseline="0"/>
            <a:t>18 – 32 triệu: 20%</a:t>
          </a:r>
          <a:endParaRPr lang="en-US" sz="4200" kern="1200"/>
        </a:p>
      </dsp:txBody>
      <dsp:txXfrm>
        <a:off x="0" y="2019300"/>
        <a:ext cx="2714624" cy="1628775"/>
      </dsp:txXfrm>
    </dsp:sp>
    <dsp:sp modelId="{396A35B1-FB8C-4FF6-A3B9-F33418CE6DA2}">
      <dsp:nvSpPr>
        <dsp:cNvPr id="0" name=""/>
        <dsp:cNvSpPr/>
      </dsp:nvSpPr>
      <dsp:spPr>
        <a:xfrm>
          <a:off x="2986087" y="2019300"/>
          <a:ext cx="2714624" cy="162877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0" i="0" kern="1200" baseline="0"/>
            <a:t>32 – 52 triệu: 25%</a:t>
          </a:r>
          <a:endParaRPr lang="en-US" sz="4200" kern="1200"/>
        </a:p>
      </dsp:txBody>
      <dsp:txXfrm>
        <a:off x="2986087" y="2019300"/>
        <a:ext cx="2714624" cy="1628775"/>
      </dsp:txXfrm>
    </dsp:sp>
    <dsp:sp modelId="{A791B8A2-15D5-460A-BC31-7993EBA8635D}">
      <dsp:nvSpPr>
        <dsp:cNvPr id="0" name=""/>
        <dsp:cNvSpPr/>
      </dsp:nvSpPr>
      <dsp:spPr>
        <a:xfrm>
          <a:off x="5972175" y="2019300"/>
          <a:ext cx="2714624" cy="16287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0" i="0" kern="1200" baseline="0"/>
            <a:t>52 – 80 triệu: 30%</a:t>
          </a:r>
          <a:endParaRPr lang="en-US" sz="4200" kern="1200"/>
        </a:p>
      </dsp:txBody>
      <dsp:txXfrm>
        <a:off x="5972175" y="2019300"/>
        <a:ext cx="2714624" cy="16287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C959EF-1599-4689-AE2E-57081410B803}">
      <dsp:nvSpPr>
        <dsp:cNvPr id="0" name=""/>
        <dsp:cNvSpPr/>
      </dsp:nvSpPr>
      <dsp:spPr>
        <a:xfrm>
          <a:off x="0" y="403919"/>
          <a:ext cx="6144767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BFD4C2-4872-42A5-8277-FAFAB5FE570E}">
      <dsp:nvSpPr>
        <dsp:cNvPr id="0" name=""/>
        <dsp:cNvSpPr/>
      </dsp:nvSpPr>
      <dsp:spPr>
        <a:xfrm>
          <a:off x="307238" y="79199"/>
          <a:ext cx="4301337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Thiết lập mức giảm trừ</a:t>
          </a:r>
          <a:endParaRPr lang="en-US" sz="2200" kern="1200"/>
        </a:p>
      </dsp:txBody>
      <dsp:txXfrm>
        <a:off x="338941" y="110902"/>
        <a:ext cx="4237931" cy="586034"/>
      </dsp:txXfrm>
    </dsp:sp>
    <dsp:sp modelId="{69EA989A-172F-4052-BACF-EE230BD7CB04}">
      <dsp:nvSpPr>
        <dsp:cNvPr id="0" name=""/>
        <dsp:cNvSpPr/>
      </dsp:nvSpPr>
      <dsp:spPr>
        <a:xfrm>
          <a:off x="0" y="1401839"/>
          <a:ext cx="6144767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D35564-FABE-483E-8381-394BC221C94C}">
      <dsp:nvSpPr>
        <dsp:cNvPr id="0" name=""/>
        <dsp:cNvSpPr/>
      </dsp:nvSpPr>
      <dsp:spPr>
        <a:xfrm>
          <a:off x="307238" y="1077119"/>
          <a:ext cx="4301337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Nhập thông tin người lao động</a:t>
          </a:r>
          <a:endParaRPr lang="en-US" sz="2200" kern="1200"/>
        </a:p>
      </dsp:txBody>
      <dsp:txXfrm>
        <a:off x="338941" y="1108822"/>
        <a:ext cx="4237931" cy="586034"/>
      </dsp:txXfrm>
    </dsp:sp>
    <dsp:sp modelId="{93E9A1A6-49E4-4A95-8030-14A99BDED3C9}">
      <dsp:nvSpPr>
        <dsp:cNvPr id="0" name=""/>
        <dsp:cNvSpPr/>
      </dsp:nvSpPr>
      <dsp:spPr>
        <a:xfrm>
          <a:off x="0" y="2399760"/>
          <a:ext cx="6144767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1DF874-AA8A-4117-AA5F-B94230CFB338}">
      <dsp:nvSpPr>
        <dsp:cNvPr id="0" name=""/>
        <dsp:cNvSpPr/>
      </dsp:nvSpPr>
      <dsp:spPr>
        <a:xfrm>
          <a:off x="307238" y="2075039"/>
          <a:ext cx="4301337" cy="6494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Nhập thu nhập từng tháng</a:t>
          </a:r>
          <a:endParaRPr lang="en-US" sz="2200" kern="1200"/>
        </a:p>
      </dsp:txBody>
      <dsp:txXfrm>
        <a:off x="338941" y="2106742"/>
        <a:ext cx="4237931" cy="586034"/>
      </dsp:txXfrm>
    </dsp:sp>
    <dsp:sp modelId="{6871A488-A861-4602-9910-7B37F8F3DF23}">
      <dsp:nvSpPr>
        <dsp:cNvPr id="0" name=""/>
        <dsp:cNvSpPr/>
      </dsp:nvSpPr>
      <dsp:spPr>
        <a:xfrm>
          <a:off x="0" y="3397680"/>
          <a:ext cx="6144767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E960E-FEC4-4275-BB2E-E13F45784262}">
      <dsp:nvSpPr>
        <dsp:cNvPr id="0" name=""/>
        <dsp:cNvSpPr/>
      </dsp:nvSpPr>
      <dsp:spPr>
        <a:xfrm>
          <a:off x="307238" y="3072960"/>
          <a:ext cx="4301337" cy="6494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Tính thuế TNCN theo tháng</a:t>
          </a:r>
          <a:endParaRPr lang="en-US" sz="2200" kern="1200"/>
        </a:p>
      </dsp:txBody>
      <dsp:txXfrm>
        <a:off x="338941" y="3104663"/>
        <a:ext cx="4237931" cy="586034"/>
      </dsp:txXfrm>
    </dsp:sp>
    <dsp:sp modelId="{AAA75778-B273-4BF2-8C8B-9039D91A672B}">
      <dsp:nvSpPr>
        <dsp:cNvPr id="0" name=""/>
        <dsp:cNvSpPr/>
      </dsp:nvSpPr>
      <dsp:spPr>
        <a:xfrm>
          <a:off x="0" y="4395600"/>
          <a:ext cx="6144767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FDB3C7-DD11-4504-A35F-1E0E3C8B0AE4}">
      <dsp:nvSpPr>
        <dsp:cNvPr id="0" name=""/>
        <dsp:cNvSpPr/>
      </dsp:nvSpPr>
      <dsp:spPr>
        <a:xfrm>
          <a:off x="307238" y="4070880"/>
          <a:ext cx="4301337" cy="6494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Quyết toán thuế năm</a:t>
          </a:r>
          <a:endParaRPr lang="en-US" sz="2200" kern="1200"/>
        </a:p>
      </dsp:txBody>
      <dsp:txXfrm>
        <a:off x="338941" y="4102583"/>
        <a:ext cx="4237931" cy="5860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8439CF-8004-470B-A692-DA622E066D8A}">
      <dsp:nvSpPr>
        <dsp:cNvPr id="0" name=""/>
        <dsp:cNvSpPr/>
      </dsp:nvSpPr>
      <dsp:spPr>
        <a:xfrm>
          <a:off x="0" y="0"/>
          <a:ext cx="8925560" cy="8287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baseline="0"/>
            <a:t>Ngôn ngữ: Python</a:t>
          </a:r>
          <a:endParaRPr lang="en-US" sz="3600" kern="1200"/>
        </a:p>
      </dsp:txBody>
      <dsp:txXfrm>
        <a:off x="24274" y="24274"/>
        <a:ext cx="7961220" cy="780222"/>
      </dsp:txXfrm>
    </dsp:sp>
    <dsp:sp modelId="{ABB398A4-17AA-475C-9FF5-0761F845204A}">
      <dsp:nvSpPr>
        <dsp:cNvPr id="0" name=""/>
        <dsp:cNvSpPr/>
      </dsp:nvSpPr>
      <dsp:spPr>
        <a:xfrm>
          <a:off x="747515" y="979455"/>
          <a:ext cx="8925560" cy="828770"/>
        </a:xfrm>
        <a:prstGeom prst="roundRect">
          <a:avLst>
            <a:gd name="adj" fmla="val 10000"/>
          </a:avLst>
        </a:prstGeom>
        <a:solidFill>
          <a:schemeClr val="accent2">
            <a:hueOff val="-3456336"/>
            <a:satOff val="-6803"/>
            <a:lumOff val="424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baseline="0"/>
            <a:t>Chạy trên môi trường Console</a:t>
          </a:r>
          <a:endParaRPr lang="en-US" sz="3600" kern="1200"/>
        </a:p>
      </dsp:txBody>
      <dsp:txXfrm>
        <a:off x="771789" y="1003729"/>
        <a:ext cx="7590795" cy="780222"/>
      </dsp:txXfrm>
    </dsp:sp>
    <dsp:sp modelId="{AE551DFF-6CB1-49D7-A301-B5D2E9F695F3}">
      <dsp:nvSpPr>
        <dsp:cNvPr id="0" name=""/>
        <dsp:cNvSpPr/>
      </dsp:nvSpPr>
      <dsp:spPr>
        <a:xfrm>
          <a:off x="1483874" y="1958911"/>
          <a:ext cx="8925560" cy="828770"/>
        </a:xfrm>
        <a:prstGeom prst="roundRect">
          <a:avLst>
            <a:gd name="adj" fmla="val 10000"/>
          </a:avLst>
        </a:prstGeom>
        <a:solidFill>
          <a:schemeClr val="accent2">
            <a:hueOff val="-6912672"/>
            <a:satOff val="-13605"/>
            <a:lumOff val="849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baseline="0"/>
            <a:t>Sử dụng Dictionary và Function</a:t>
          </a:r>
          <a:endParaRPr lang="en-US" sz="3600" kern="1200"/>
        </a:p>
      </dsp:txBody>
      <dsp:txXfrm>
        <a:off x="1508148" y="1983185"/>
        <a:ext cx="7601952" cy="780222"/>
      </dsp:txXfrm>
    </dsp:sp>
    <dsp:sp modelId="{A6A0C7BD-300C-404F-9F03-E7A445FECBB6}">
      <dsp:nvSpPr>
        <dsp:cNvPr id="0" name=""/>
        <dsp:cNvSpPr/>
      </dsp:nvSpPr>
      <dsp:spPr>
        <a:xfrm>
          <a:off x="2231390" y="2938367"/>
          <a:ext cx="8925560" cy="828770"/>
        </a:xfrm>
        <a:prstGeom prst="roundRect">
          <a:avLst>
            <a:gd name="adj" fmla="val 10000"/>
          </a:avLst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baseline="0"/>
            <a:t>Dễ bảo trì và mở rộng</a:t>
          </a:r>
          <a:endParaRPr lang="en-US" sz="3600" kern="1200"/>
        </a:p>
      </dsp:txBody>
      <dsp:txXfrm>
        <a:off x="2255664" y="2962641"/>
        <a:ext cx="7590795" cy="780222"/>
      </dsp:txXfrm>
    </dsp:sp>
    <dsp:sp modelId="{A1D47689-DE62-4F11-AC2E-C4F55B189CF2}">
      <dsp:nvSpPr>
        <dsp:cNvPr id="0" name=""/>
        <dsp:cNvSpPr/>
      </dsp:nvSpPr>
      <dsp:spPr>
        <a:xfrm>
          <a:off x="8386859" y="634762"/>
          <a:ext cx="538700" cy="53870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508067" y="634762"/>
        <a:ext cx="296285" cy="405372"/>
      </dsp:txXfrm>
    </dsp:sp>
    <dsp:sp modelId="{A7231523-7CEE-4938-947C-E5B1C56A48BB}">
      <dsp:nvSpPr>
        <dsp:cNvPr id="0" name=""/>
        <dsp:cNvSpPr/>
      </dsp:nvSpPr>
      <dsp:spPr>
        <a:xfrm>
          <a:off x="9134374" y="1614218"/>
          <a:ext cx="538700" cy="53870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5523831"/>
            <a:satOff val="11959"/>
            <a:lumOff val="111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5523831"/>
              <a:satOff val="11959"/>
              <a:lumOff val="11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255582" y="1614218"/>
        <a:ext cx="296285" cy="405372"/>
      </dsp:txXfrm>
    </dsp:sp>
    <dsp:sp modelId="{6FADBD5F-E3E6-462D-ACA6-16C50A157F9F}">
      <dsp:nvSpPr>
        <dsp:cNvPr id="0" name=""/>
        <dsp:cNvSpPr/>
      </dsp:nvSpPr>
      <dsp:spPr>
        <a:xfrm>
          <a:off x="9870733" y="2593674"/>
          <a:ext cx="538700" cy="53870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047662"/>
            <a:satOff val="23918"/>
            <a:lumOff val="223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11047662"/>
              <a:satOff val="23918"/>
              <a:lumOff val="22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991941" y="2593674"/>
        <a:ext cx="296285" cy="40537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AE309F-F9ED-4917-8517-C9FCF2B33471}">
      <dsp:nvSpPr>
        <dsp:cNvPr id="0" name=""/>
        <dsp:cNvSpPr/>
      </dsp:nvSpPr>
      <dsp:spPr>
        <a:xfrm>
          <a:off x="0" y="611"/>
          <a:ext cx="73060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31D80A-49E8-402A-A857-4199D400BB24}">
      <dsp:nvSpPr>
        <dsp:cNvPr id="0" name=""/>
        <dsp:cNvSpPr/>
      </dsp:nvSpPr>
      <dsp:spPr>
        <a:xfrm>
          <a:off x="0" y="611"/>
          <a:ext cx="7306056" cy="556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500" b="1" kern="1200"/>
            <a:t>Đầu vào</a:t>
          </a:r>
          <a:endParaRPr lang="en-US" sz="2500" kern="1200"/>
        </a:p>
      </dsp:txBody>
      <dsp:txXfrm>
        <a:off x="0" y="611"/>
        <a:ext cx="7306056" cy="556632"/>
      </dsp:txXfrm>
    </dsp:sp>
    <dsp:sp modelId="{CA9ACDEB-DABB-4784-8CE9-0AA68AF85EB3}">
      <dsp:nvSpPr>
        <dsp:cNvPr id="0" name=""/>
        <dsp:cNvSpPr/>
      </dsp:nvSpPr>
      <dsp:spPr>
        <a:xfrm>
          <a:off x="0" y="557243"/>
          <a:ext cx="7306056" cy="0"/>
        </a:xfrm>
        <a:prstGeom prst="line">
          <a:avLst/>
        </a:prstGeom>
        <a:solidFill>
          <a:schemeClr val="accent2">
            <a:hueOff val="-1296126"/>
            <a:satOff val="-2551"/>
            <a:lumOff val="1593"/>
            <a:alphaOff val="0"/>
          </a:schemeClr>
        </a:solidFill>
        <a:ln w="19050" cap="flat" cmpd="sng" algn="ctr">
          <a:solidFill>
            <a:schemeClr val="accent2">
              <a:hueOff val="-1296126"/>
              <a:satOff val="-2551"/>
              <a:lumOff val="15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C5F79C-ABBF-4EFC-B6A1-57CB2536FAD8}">
      <dsp:nvSpPr>
        <dsp:cNvPr id="0" name=""/>
        <dsp:cNvSpPr/>
      </dsp:nvSpPr>
      <dsp:spPr>
        <a:xfrm>
          <a:off x="0" y="557243"/>
          <a:ext cx="7306056" cy="556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500" kern="1200"/>
            <a:t>Thu nhập từng tháng</a:t>
          </a:r>
          <a:endParaRPr lang="en-US" sz="2500" kern="1200"/>
        </a:p>
      </dsp:txBody>
      <dsp:txXfrm>
        <a:off x="0" y="557243"/>
        <a:ext cx="7306056" cy="556632"/>
      </dsp:txXfrm>
    </dsp:sp>
    <dsp:sp modelId="{2EB33E56-FBD0-4F28-AF75-18977E3E58BA}">
      <dsp:nvSpPr>
        <dsp:cNvPr id="0" name=""/>
        <dsp:cNvSpPr/>
      </dsp:nvSpPr>
      <dsp:spPr>
        <a:xfrm>
          <a:off x="0" y="1113875"/>
          <a:ext cx="7306056" cy="0"/>
        </a:xfrm>
        <a:prstGeom prst="line">
          <a:avLst/>
        </a:prstGeom>
        <a:solidFill>
          <a:schemeClr val="accent2">
            <a:hueOff val="-2592252"/>
            <a:satOff val="-5102"/>
            <a:lumOff val="3186"/>
            <a:alphaOff val="0"/>
          </a:schemeClr>
        </a:solidFill>
        <a:ln w="19050" cap="flat" cmpd="sng" algn="ctr">
          <a:solidFill>
            <a:schemeClr val="accent2">
              <a:hueOff val="-2592252"/>
              <a:satOff val="-5102"/>
              <a:lumOff val="31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779499-20B1-46C3-AC03-6D404F6F301C}">
      <dsp:nvSpPr>
        <dsp:cNvPr id="0" name=""/>
        <dsp:cNvSpPr/>
      </dsp:nvSpPr>
      <dsp:spPr>
        <a:xfrm>
          <a:off x="0" y="1113875"/>
          <a:ext cx="7306056" cy="556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500" kern="1200"/>
            <a:t>Số người phụ thuộc</a:t>
          </a:r>
          <a:endParaRPr lang="en-US" sz="2500" kern="1200"/>
        </a:p>
      </dsp:txBody>
      <dsp:txXfrm>
        <a:off x="0" y="1113875"/>
        <a:ext cx="7306056" cy="556632"/>
      </dsp:txXfrm>
    </dsp:sp>
    <dsp:sp modelId="{51613495-8A57-4D40-9F2B-9291ED1C82C3}">
      <dsp:nvSpPr>
        <dsp:cNvPr id="0" name=""/>
        <dsp:cNvSpPr/>
      </dsp:nvSpPr>
      <dsp:spPr>
        <a:xfrm>
          <a:off x="0" y="1670507"/>
          <a:ext cx="7306056" cy="0"/>
        </a:xfrm>
        <a:prstGeom prst="line">
          <a:avLst/>
        </a:prstGeom>
        <a:solidFill>
          <a:schemeClr val="accent2">
            <a:hueOff val="-3888378"/>
            <a:satOff val="-7653"/>
            <a:lumOff val="4779"/>
            <a:alphaOff val="0"/>
          </a:schemeClr>
        </a:solidFill>
        <a:ln w="19050" cap="flat" cmpd="sng" algn="ctr">
          <a:solidFill>
            <a:schemeClr val="accent2">
              <a:hueOff val="-3888378"/>
              <a:satOff val="-7653"/>
              <a:lumOff val="47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33844-1765-49B1-B0B4-75FCDC1B527D}">
      <dsp:nvSpPr>
        <dsp:cNvPr id="0" name=""/>
        <dsp:cNvSpPr/>
      </dsp:nvSpPr>
      <dsp:spPr>
        <a:xfrm>
          <a:off x="0" y="1670507"/>
          <a:ext cx="7306056" cy="556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500" b="1" kern="1200"/>
            <a:t>Xử lý</a:t>
          </a:r>
          <a:endParaRPr lang="en-US" sz="2500" kern="1200"/>
        </a:p>
      </dsp:txBody>
      <dsp:txXfrm>
        <a:off x="0" y="1670507"/>
        <a:ext cx="7306056" cy="556632"/>
      </dsp:txXfrm>
    </dsp:sp>
    <dsp:sp modelId="{A0879D37-CE72-44A2-839D-7855BDDD1049}">
      <dsp:nvSpPr>
        <dsp:cNvPr id="0" name=""/>
        <dsp:cNvSpPr/>
      </dsp:nvSpPr>
      <dsp:spPr>
        <a:xfrm>
          <a:off x="0" y="2227139"/>
          <a:ext cx="7306056" cy="0"/>
        </a:xfrm>
        <a:prstGeom prst="line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accent2">
              <a:hueOff val="-5184504"/>
              <a:satOff val="-10204"/>
              <a:lumOff val="63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6B51DB-ABAA-497C-A906-54531B1DAB8E}">
      <dsp:nvSpPr>
        <dsp:cNvPr id="0" name=""/>
        <dsp:cNvSpPr/>
      </dsp:nvSpPr>
      <dsp:spPr>
        <a:xfrm>
          <a:off x="0" y="2227139"/>
          <a:ext cx="7306056" cy="556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500" kern="1200"/>
            <a:t>Tính thu nhập chịu thuế</a:t>
          </a:r>
          <a:endParaRPr lang="en-US" sz="2500" kern="1200"/>
        </a:p>
      </dsp:txBody>
      <dsp:txXfrm>
        <a:off x="0" y="2227139"/>
        <a:ext cx="7306056" cy="556632"/>
      </dsp:txXfrm>
    </dsp:sp>
    <dsp:sp modelId="{7114CC89-A1B8-4F80-BA47-636D4E391E95}">
      <dsp:nvSpPr>
        <dsp:cNvPr id="0" name=""/>
        <dsp:cNvSpPr/>
      </dsp:nvSpPr>
      <dsp:spPr>
        <a:xfrm>
          <a:off x="0" y="2783772"/>
          <a:ext cx="7306056" cy="0"/>
        </a:xfrm>
        <a:prstGeom prst="line">
          <a:avLst/>
        </a:prstGeom>
        <a:solidFill>
          <a:schemeClr val="accent2">
            <a:hueOff val="-6480629"/>
            <a:satOff val="-12755"/>
            <a:lumOff val="7966"/>
            <a:alphaOff val="0"/>
          </a:schemeClr>
        </a:solidFill>
        <a:ln w="19050" cap="flat" cmpd="sng" algn="ctr">
          <a:solidFill>
            <a:schemeClr val="accent2">
              <a:hueOff val="-6480629"/>
              <a:satOff val="-12755"/>
              <a:lumOff val="79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4D65CB-3B0B-4AFA-8075-4C8242643B9C}">
      <dsp:nvSpPr>
        <dsp:cNvPr id="0" name=""/>
        <dsp:cNvSpPr/>
      </dsp:nvSpPr>
      <dsp:spPr>
        <a:xfrm>
          <a:off x="0" y="2783772"/>
          <a:ext cx="7306056" cy="556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500" kern="1200"/>
            <a:t>Áp dụng biểu thuế lũy tiến</a:t>
          </a:r>
          <a:endParaRPr lang="en-US" sz="2500" kern="1200"/>
        </a:p>
      </dsp:txBody>
      <dsp:txXfrm>
        <a:off x="0" y="2783772"/>
        <a:ext cx="7306056" cy="556632"/>
      </dsp:txXfrm>
    </dsp:sp>
    <dsp:sp modelId="{0777B039-8CD5-4A83-837C-1497300248E0}">
      <dsp:nvSpPr>
        <dsp:cNvPr id="0" name=""/>
        <dsp:cNvSpPr/>
      </dsp:nvSpPr>
      <dsp:spPr>
        <a:xfrm>
          <a:off x="0" y="3340404"/>
          <a:ext cx="7306056" cy="0"/>
        </a:xfrm>
        <a:prstGeom prst="line">
          <a:avLst/>
        </a:prstGeom>
        <a:solidFill>
          <a:schemeClr val="accent2">
            <a:hueOff val="-7776756"/>
            <a:satOff val="-15306"/>
            <a:lumOff val="9559"/>
            <a:alphaOff val="0"/>
          </a:schemeClr>
        </a:solidFill>
        <a:ln w="19050" cap="flat" cmpd="sng" algn="ctr">
          <a:solidFill>
            <a:schemeClr val="accent2">
              <a:hueOff val="-7776756"/>
              <a:satOff val="-15306"/>
              <a:lumOff val="95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389209-62FA-4FA1-8AC6-812C26111947}">
      <dsp:nvSpPr>
        <dsp:cNvPr id="0" name=""/>
        <dsp:cNvSpPr/>
      </dsp:nvSpPr>
      <dsp:spPr>
        <a:xfrm>
          <a:off x="0" y="3340404"/>
          <a:ext cx="7306056" cy="556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500" b="1" kern="1200"/>
            <a:t>Đầu ra</a:t>
          </a:r>
          <a:endParaRPr lang="en-US" sz="2500" kern="1200"/>
        </a:p>
      </dsp:txBody>
      <dsp:txXfrm>
        <a:off x="0" y="3340404"/>
        <a:ext cx="7306056" cy="556632"/>
      </dsp:txXfrm>
    </dsp:sp>
    <dsp:sp modelId="{53AEACF4-F0C5-4653-8F51-430761E2F7F9}">
      <dsp:nvSpPr>
        <dsp:cNvPr id="0" name=""/>
        <dsp:cNvSpPr/>
      </dsp:nvSpPr>
      <dsp:spPr>
        <a:xfrm>
          <a:off x="0" y="3897036"/>
          <a:ext cx="7306056" cy="0"/>
        </a:xfrm>
        <a:prstGeom prst="line">
          <a:avLst/>
        </a:prstGeom>
        <a:solidFill>
          <a:schemeClr val="accent2">
            <a:hueOff val="-9072881"/>
            <a:satOff val="-17857"/>
            <a:lumOff val="11152"/>
            <a:alphaOff val="0"/>
          </a:schemeClr>
        </a:solidFill>
        <a:ln w="19050" cap="flat" cmpd="sng" algn="ctr">
          <a:solidFill>
            <a:schemeClr val="accent2">
              <a:hueOff val="-9072881"/>
              <a:satOff val="-17857"/>
              <a:lumOff val="111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A58D2-F741-4E21-836F-BD7C6CE3112A}">
      <dsp:nvSpPr>
        <dsp:cNvPr id="0" name=""/>
        <dsp:cNvSpPr/>
      </dsp:nvSpPr>
      <dsp:spPr>
        <a:xfrm>
          <a:off x="0" y="3897036"/>
          <a:ext cx="7306056" cy="556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500" kern="1200"/>
            <a:t>Thuế TNCN từng tháng</a:t>
          </a:r>
          <a:endParaRPr lang="en-US" sz="2500" kern="1200"/>
        </a:p>
      </dsp:txBody>
      <dsp:txXfrm>
        <a:off x="0" y="3897036"/>
        <a:ext cx="7306056" cy="556632"/>
      </dsp:txXfrm>
    </dsp:sp>
    <dsp:sp modelId="{8A8630E3-9890-4F27-BC67-D3F0D502784C}">
      <dsp:nvSpPr>
        <dsp:cNvPr id="0" name=""/>
        <dsp:cNvSpPr/>
      </dsp:nvSpPr>
      <dsp:spPr>
        <a:xfrm>
          <a:off x="0" y="4453668"/>
          <a:ext cx="7306056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582D84-B93A-450A-9C27-3CC0AD474E9B}">
      <dsp:nvSpPr>
        <dsp:cNvPr id="0" name=""/>
        <dsp:cNvSpPr/>
      </dsp:nvSpPr>
      <dsp:spPr>
        <a:xfrm>
          <a:off x="0" y="4453668"/>
          <a:ext cx="7306056" cy="556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500" kern="1200"/>
            <a:t>Tổng thuế TNCN năm</a:t>
          </a:r>
          <a:endParaRPr lang="en-US" sz="2500" kern="1200"/>
        </a:p>
      </dsp:txBody>
      <dsp:txXfrm>
        <a:off x="0" y="4453668"/>
        <a:ext cx="7306056" cy="55663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BADD24-F7C6-49B1-ABEE-C856FD43DA77}">
      <dsp:nvSpPr>
        <dsp:cNvPr id="0" name=""/>
        <dsp:cNvSpPr/>
      </dsp:nvSpPr>
      <dsp:spPr>
        <a:xfrm>
          <a:off x="4000" y="1898798"/>
          <a:ext cx="1945993" cy="11675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Nhập thu nhập từng tháng</a:t>
          </a:r>
          <a:endParaRPr lang="en-US" sz="2100" kern="1200"/>
        </a:p>
      </dsp:txBody>
      <dsp:txXfrm>
        <a:off x="4000" y="1898798"/>
        <a:ext cx="1945993" cy="1167595"/>
      </dsp:txXfrm>
    </dsp:sp>
    <dsp:sp modelId="{A21AED3A-7878-48F7-AC8B-4940F410A028}">
      <dsp:nvSpPr>
        <dsp:cNvPr id="0" name=""/>
        <dsp:cNvSpPr/>
      </dsp:nvSpPr>
      <dsp:spPr>
        <a:xfrm>
          <a:off x="1997613" y="2361096"/>
          <a:ext cx="291898" cy="243000"/>
        </a:xfrm>
        <a:prstGeom prst="rightArrow">
          <a:avLst>
            <a:gd name="adj1" fmla="val 50000"/>
            <a:gd name="adj2" fmla="val 5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DC432B-C335-4843-B28A-91314806D1BD}">
      <dsp:nvSpPr>
        <dsp:cNvPr id="0" name=""/>
        <dsp:cNvSpPr/>
      </dsp:nvSpPr>
      <dsp:spPr>
        <a:xfrm>
          <a:off x="2337131" y="1898798"/>
          <a:ext cx="1945993" cy="11675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Tính thuế tự động</a:t>
          </a:r>
          <a:endParaRPr lang="en-US" sz="2100" kern="1200"/>
        </a:p>
      </dsp:txBody>
      <dsp:txXfrm>
        <a:off x="2337131" y="1898798"/>
        <a:ext cx="1945993" cy="1167595"/>
      </dsp:txXfrm>
    </dsp:sp>
    <dsp:sp modelId="{1D09909A-9A87-403A-8BD0-281C8B43C8C3}">
      <dsp:nvSpPr>
        <dsp:cNvPr id="0" name=""/>
        <dsp:cNvSpPr/>
      </dsp:nvSpPr>
      <dsp:spPr>
        <a:xfrm>
          <a:off x="4330743" y="2361096"/>
          <a:ext cx="291898" cy="243000"/>
        </a:xfrm>
        <a:prstGeom prst="rightArrow">
          <a:avLst>
            <a:gd name="adj1" fmla="val 50000"/>
            <a:gd name="adj2" fmla="val 5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C62B03-6BA1-4FC4-896B-7E61945EBCAD}">
      <dsp:nvSpPr>
        <dsp:cNvPr id="0" name=""/>
        <dsp:cNvSpPr/>
      </dsp:nvSpPr>
      <dsp:spPr>
        <a:xfrm>
          <a:off x="4670261" y="1898798"/>
          <a:ext cx="1945993" cy="11675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Hiển thị bảng kết quả chi tiết</a:t>
          </a:r>
          <a:endParaRPr lang="en-US" sz="2100" kern="1200"/>
        </a:p>
      </dsp:txBody>
      <dsp:txXfrm>
        <a:off x="4670261" y="1898798"/>
        <a:ext cx="1945993" cy="116759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4F414D-5066-4A1C-B8A6-074898F74326}">
      <dsp:nvSpPr>
        <dsp:cNvPr id="0" name=""/>
        <dsp:cNvSpPr/>
      </dsp:nvSpPr>
      <dsp:spPr>
        <a:xfrm>
          <a:off x="0" y="608618"/>
          <a:ext cx="6620255" cy="8657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300" kern="1200"/>
            <a:t>Thu nhập cao / thấp</a:t>
          </a:r>
          <a:endParaRPr lang="en-US" sz="3300" kern="1200"/>
        </a:p>
      </dsp:txBody>
      <dsp:txXfrm>
        <a:off x="42260" y="650878"/>
        <a:ext cx="6535735" cy="781188"/>
      </dsp:txXfrm>
    </dsp:sp>
    <dsp:sp modelId="{8CFB718B-703D-40F5-A2BD-7A060439C51C}">
      <dsp:nvSpPr>
        <dsp:cNvPr id="0" name=""/>
        <dsp:cNvSpPr/>
      </dsp:nvSpPr>
      <dsp:spPr>
        <a:xfrm>
          <a:off x="0" y="1569367"/>
          <a:ext cx="6620255" cy="865708"/>
        </a:xfrm>
        <a:prstGeom prst="roundRect">
          <a:avLst/>
        </a:prstGeom>
        <a:solidFill>
          <a:schemeClr val="accent2">
            <a:hueOff val="-3456336"/>
            <a:satOff val="-6803"/>
            <a:lumOff val="424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300" kern="1200"/>
            <a:t>Có hoặc không người phụ thuộc</a:t>
          </a:r>
          <a:endParaRPr lang="en-US" sz="3300" kern="1200"/>
        </a:p>
      </dsp:txBody>
      <dsp:txXfrm>
        <a:off x="42260" y="1611627"/>
        <a:ext cx="6535735" cy="781188"/>
      </dsp:txXfrm>
    </dsp:sp>
    <dsp:sp modelId="{54F886D0-3D6F-463B-A6D8-FA3CC8189356}">
      <dsp:nvSpPr>
        <dsp:cNvPr id="0" name=""/>
        <dsp:cNvSpPr/>
      </dsp:nvSpPr>
      <dsp:spPr>
        <a:xfrm>
          <a:off x="0" y="2530116"/>
          <a:ext cx="6620255" cy="865708"/>
        </a:xfrm>
        <a:prstGeom prst="roundRect">
          <a:avLst/>
        </a:prstGeom>
        <a:solidFill>
          <a:schemeClr val="accent2">
            <a:hueOff val="-6912672"/>
            <a:satOff val="-13605"/>
            <a:lumOff val="849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300" kern="1200"/>
            <a:t>Tháng không có thu nhập</a:t>
          </a:r>
          <a:endParaRPr lang="en-US" sz="3300" kern="1200"/>
        </a:p>
      </dsp:txBody>
      <dsp:txXfrm>
        <a:off x="42260" y="2572376"/>
        <a:ext cx="6535735" cy="781188"/>
      </dsp:txXfrm>
    </dsp:sp>
    <dsp:sp modelId="{EE3C8D17-A99F-49E1-AD73-C17F68FCFFE0}">
      <dsp:nvSpPr>
        <dsp:cNvPr id="0" name=""/>
        <dsp:cNvSpPr/>
      </dsp:nvSpPr>
      <dsp:spPr>
        <a:xfrm>
          <a:off x="0" y="3490864"/>
          <a:ext cx="6620255" cy="865708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300" kern="1200"/>
            <a:t>➡️ Kết quả tính đúng theo quy định</a:t>
          </a:r>
          <a:endParaRPr lang="en-US" sz="3300" kern="1200"/>
        </a:p>
      </dsp:txBody>
      <dsp:txXfrm>
        <a:off x="42260" y="3533124"/>
        <a:ext cx="6535735" cy="78118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047EC-A179-49FA-8D53-4E727CBA78ED}">
      <dsp:nvSpPr>
        <dsp:cNvPr id="0" name=""/>
        <dsp:cNvSpPr/>
      </dsp:nvSpPr>
      <dsp:spPr>
        <a:xfrm>
          <a:off x="517" y="1225781"/>
          <a:ext cx="2094690" cy="25136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9" tIns="0" rIns="20690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Hoàn thành phần mềm tính thuế TNCN</a:t>
          </a:r>
          <a:endParaRPr lang="en-US" sz="2100" kern="1200"/>
        </a:p>
      </dsp:txBody>
      <dsp:txXfrm>
        <a:off x="517" y="2231233"/>
        <a:ext cx="2094690" cy="1508177"/>
      </dsp:txXfrm>
    </dsp:sp>
    <dsp:sp modelId="{057D8458-0F02-4B24-B80F-B50B44A301FD}">
      <dsp:nvSpPr>
        <dsp:cNvPr id="0" name=""/>
        <dsp:cNvSpPr/>
      </dsp:nvSpPr>
      <dsp:spPr>
        <a:xfrm>
          <a:off x="517" y="1225781"/>
          <a:ext cx="2094690" cy="100545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9" tIns="165100" rIns="206909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01</a:t>
          </a:r>
        </a:p>
      </dsp:txBody>
      <dsp:txXfrm>
        <a:off x="517" y="1225781"/>
        <a:ext cx="2094690" cy="1005451"/>
      </dsp:txXfrm>
    </dsp:sp>
    <dsp:sp modelId="{226BF2BC-13E2-465A-9C1F-4EC5A7747CB4}">
      <dsp:nvSpPr>
        <dsp:cNvPr id="0" name=""/>
        <dsp:cNvSpPr/>
      </dsp:nvSpPr>
      <dsp:spPr>
        <a:xfrm>
          <a:off x="2262782" y="1225781"/>
          <a:ext cx="2094690" cy="25136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9" tIns="0" rIns="20690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Đáp ứng đầy đủ yêu cầu đề bài</a:t>
          </a:r>
          <a:endParaRPr lang="en-US" sz="2100" kern="1200"/>
        </a:p>
      </dsp:txBody>
      <dsp:txXfrm>
        <a:off x="2262782" y="2231233"/>
        <a:ext cx="2094690" cy="1508177"/>
      </dsp:txXfrm>
    </dsp:sp>
    <dsp:sp modelId="{7C7C6B78-52B2-4D11-9A67-1296BF340FD5}">
      <dsp:nvSpPr>
        <dsp:cNvPr id="0" name=""/>
        <dsp:cNvSpPr/>
      </dsp:nvSpPr>
      <dsp:spPr>
        <a:xfrm>
          <a:off x="2262782" y="1225781"/>
          <a:ext cx="2094690" cy="100545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9" tIns="165100" rIns="206909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02</a:t>
          </a:r>
        </a:p>
      </dsp:txBody>
      <dsp:txXfrm>
        <a:off x="2262782" y="1225781"/>
        <a:ext cx="2094690" cy="1005451"/>
      </dsp:txXfrm>
    </dsp:sp>
    <dsp:sp modelId="{F3F132A5-81A1-4D78-9922-3D9EC1227335}">
      <dsp:nvSpPr>
        <dsp:cNvPr id="0" name=""/>
        <dsp:cNvSpPr/>
      </dsp:nvSpPr>
      <dsp:spPr>
        <a:xfrm>
          <a:off x="4525048" y="1225781"/>
          <a:ext cx="2094690" cy="25136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9" tIns="0" rIns="20690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Dễ sử dụng và dễ mở rộng</a:t>
          </a:r>
          <a:endParaRPr lang="en-US" sz="2100" kern="1200"/>
        </a:p>
      </dsp:txBody>
      <dsp:txXfrm>
        <a:off x="4525048" y="2231233"/>
        <a:ext cx="2094690" cy="1508177"/>
      </dsp:txXfrm>
    </dsp:sp>
    <dsp:sp modelId="{4D667A1D-0CE4-456E-AA36-73EB57F4FA10}">
      <dsp:nvSpPr>
        <dsp:cNvPr id="0" name=""/>
        <dsp:cNvSpPr/>
      </dsp:nvSpPr>
      <dsp:spPr>
        <a:xfrm>
          <a:off x="4525048" y="1225781"/>
          <a:ext cx="2094690" cy="100545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9" tIns="165100" rIns="206909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03</a:t>
          </a:r>
        </a:p>
      </dsp:txBody>
      <dsp:txXfrm>
        <a:off x="4525048" y="1225781"/>
        <a:ext cx="2094690" cy="100545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0A4623-86E1-4D1A-80DD-83130BA504FE}">
      <dsp:nvSpPr>
        <dsp:cNvPr id="0" name=""/>
        <dsp:cNvSpPr/>
      </dsp:nvSpPr>
      <dsp:spPr>
        <a:xfrm>
          <a:off x="0" y="1223"/>
          <a:ext cx="111556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600" kern="1200"/>
            <a:t>Tính thêm BHXH, BHYT</a:t>
          </a:r>
          <a:endParaRPr lang="en-US" sz="3600" kern="1200"/>
        </a:p>
      </dsp:txBody>
      <dsp:txXfrm>
        <a:off x="42151" y="43374"/>
        <a:ext cx="11071378" cy="779158"/>
      </dsp:txXfrm>
    </dsp:sp>
    <dsp:sp modelId="{23726FC2-0E41-485A-A66B-54010EDAF6B5}">
      <dsp:nvSpPr>
        <dsp:cNvPr id="0" name=""/>
        <dsp:cNvSpPr/>
      </dsp:nvSpPr>
      <dsp:spPr>
        <a:xfrm>
          <a:off x="0" y="968364"/>
          <a:ext cx="111556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600" kern="1200"/>
            <a:t>Giao diện đồ họa</a:t>
          </a:r>
          <a:endParaRPr lang="en-US" sz="3600" kern="1200"/>
        </a:p>
      </dsp:txBody>
      <dsp:txXfrm>
        <a:off x="42151" y="1010515"/>
        <a:ext cx="11071378" cy="779158"/>
      </dsp:txXfrm>
    </dsp:sp>
    <dsp:sp modelId="{B12FB809-D185-4D7A-B1E0-B4C27E6F7CF0}">
      <dsp:nvSpPr>
        <dsp:cNvPr id="0" name=""/>
        <dsp:cNvSpPr/>
      </dsp:nvSpPr>
      <dsp:spPr>
        <a:xfrm>
          <a:off x="0" y="1935504"/>
          <a:ext cx="111556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600" kern="1200"/>
            <a:t>Xuất báo cáo Excel</a:t>
          </a:r>
          <a:endParaRPr lang="en-US" sz="3600" kern="1200"/>
        </a:p>
      </dsp:txBody>
      <dsp:txXfrm>
        <a:off x="42151" y="1977655"/>
        <a:ext cx="11071378" cy="779158"/>
      </dsp:txXfrm>
    </dsp:sp>
    <dsp:sp modelId="{44A64A99-CF1C-40AE-8F01-731BC9B31D0D}">
      <dsp:nvSpPr>
        <dsp:cNvPr id="0" name=""/>
        <dsp:cNvSpPr/>
      </dsp:nvSpPr>
      <dsp:spPr>
        <a:xfrm>
          <a:off x="0" y="2902643"/>
          <a:ext cx="111556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600" kern="1200"/>
            <a:t>Quản lý nhiều người lao động</a:t>
          </a:r>
          <a:endParaRPr lang="en-US" sz="3600" kern="1200"/>
        </a:p>
      </dsp:txBody>
      <dsp:txXfrm>
        <a:off x="42151" y="2944794"/>
        <a:ext cx="11071378" cy="77915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CB4FA1-10A4-4DDF-99DC-8EFBADA7F379}">
      <dsp:nvSpPr>
        <dsp:cNvPr id="0" name=""/>
        <dsp:cNvSpPr/>
      </dsp:nvSpPr>
      <dsp:spPr>
        <a:xfrm>
          <a:off x="0" y="721904"/>
          <a:ext cx="3137535" cy="19923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31B5CE-492F-44FD-98B1-E62AB59AD306}">
      <dsp:nvSpPr>
        <dsp:cNvPr id="0" name=""/>
        <dsp:cNvSpPr/>
      </dsp:nvSpPr>
      <dsp:spPr>
        <a:xfrm>
          <a:off x="348615" y="1053088"/>
          <a:ext cx="3137535" cy="19923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Luật Thuế Thu nhập Cá nhân Việt Nam</a:t>
          </a:r>
        </a:p>
      </dsp:txBody>
      <dsp:txXfrm>
        <a:off x="406968" y="1111441"/>
        <a:ext cx="3020829" cy="1875628"/>
      </dsp:txXfrm>
    </dsp:sp>
    <dsp:sp modelId="{E0022A64-9C83-4C2C-9B0D-B130404F776D}">
      <dsp:nvSpPr>
        <dsp:cNvPr id="0" name=""/>
        <dsp:cNvSpPr/>
      </dsp:nvSpPr>
      <dsp:spPr>
        <a:xfrm>
          <a:off x="3834765" y="721904"/>
          <a:ext cx="3137535" cy="19923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7EAB4-18F6-44BD-8386-0BE78158DD31}">
      <dsp:nvSpPr>
        <dsp:cNvPr id="0" name=""/>
        <dsp:cNvSpPr/>
      </dsp:nvSpPr>
      <dsp:spPr>
        <a:xfrm>
          <a:off x="4183379" y="1053088"/>
          <a:ext cx="3137535" cy="19923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hlinkClick xmlns:r="http://schemas.openxmlformats.org/officeDocument/2006/relationships" r:id="rId1"/>
            </a:rPr>
            <a:t>https://thuvienphapluat.vn</a:t>
          </a:r>
          <a:endParaRPr lang="en-US" sz="1900" kern="1200"/>
        </a:p>
      </dsp:txBody>
      <dsp:txXfrm>
        <a:off x="4241732" y="1111441"/>
        <a:ext cx="3020829" cy="1875628"/>
      </dsp:txXfrm>
    </dsp:sp>
    <dsp:sp modelId="{D2BA4524-F943-4BAC-8E15-FA730B0F94C5}">
      <dsp:nvSpPr>
        <dsp:cNvPr id="0" name=""/>
        <dsp:cNvSpPr/>
      </dsp:nvSpPr>
      <dsp:spPr>
        <a:xfrm>
          <a:off x="7669530" y="721904"/>
          <a:ext cx="3137535" cy="19923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3EF2EE-4F54-4CD1-841C-A8C2B12E87DB}">
      <dsp:nvSpPr>
        <dsp:cNvPr id="0" name=""/>
        <dsp:cNvSpPr/>
      </dsp:nvSpPr>
      <dsp:spPr>
        <a:xfrm>
          <a:off x="8018145" y="1053088"/>
          <a:ext cx="3137535" cy="19923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Tài liệu môn học</a:t>
          </a:r>
        </a:p>
      </dsp:txBody>
      <dsp:txXfrm>
        <a:off x="8076498" y="1111441"/>
        <a:ext cx="3020829" cy="18756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BasicProcessNew">
  <dgm:title val="Basic Process New"/>
  <dgm:desc val="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fact="0.15"/>
      <dgm:constr type="h" for="ch" forName="sibTrans" op="equ"/>
    </dgm:constrLst>
    <dgm:ruleLst>
      <dgm:rule type="h" for="ch" forName="sibTrans" val="6.75" fact="NaN" max="NaN"/>
      <dgm:rule type="w" for="ch" forName="sibTrans" val="8.75" fact="NaN" max="NaN"/>
    </dgm:ruleLst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lMarg" val="12"/>
          <dgm:constr type="rMarg" val="12"/>
          <dgm:constr type="tMarg" val="12"/>
          <dgm:constr type="bMarg" val="12"/>
        </dgm:constrLst>
        <dgm:ruleLst>
          <dgm:rule type="primFontSz" val="11" fact="NaN" max="NaN"/>
          <dgm:rule type="primFontSz" val="18" fact="NaN" max="NaN"/>
          <dgm:rule type="h" val="NaN" fact="1.5" max="NaN"/>
          <dgm:rule type="primFontSz" val="11" fact="NaN" max="NaN"/>
          <dgm:rule type="h" val="INF" fact="NaN" max="NaN"/>
        </dgm:ruleLst>
      </dgm:layoutNode>
      <dgm:forEach name="sibTransForEach" axis="followSib" ptType="sibTrans" cnt="1">
        <dgm:layoutNode name="sibTransSpacerBeforeConnector" styleLbl="node1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>
            <dgm:rule type="w" val="4.5" fact="NaN" max="NaN"/>
          </dgm:ruleLst>
        </dgm:layoutNode>
        <dgm:layoutNode name="sibTrans" styleLbl="node1">
          <dgm:alg type="sp"/>
          <dgm:shape xmlns:r="http://schemas.openxmlformats.org/officeDocument/2006/relationships" type="rightArrow" r:blip="">
            <dgm:adjLst>
              <dgm:adj idx="1" val="0.5"/>
            </dgm:adjLst>
          </dgm:shape>
          <dgm:presOf axis="self"/>
          <dgm:constrLst>
            <dgm:constr type="h" val="6.75"/>
          </dgm:constrLst>
          <dgm:ruleLst>
            <dgm:rule type="h" val="6.75" fact="NaN" max="NaN"/>
            <dgm:rule type="w" val="8.75" fact="NaN" max="NaN"/>
          </dgm:ruleLst>
        </dgm:layoutNode>
        <dgm:layoutNode name="sibTransSpacerAfterConnector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90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528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65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6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257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84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872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7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1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66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80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45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43394E40-F87E-6831-6088-25C82F2664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27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7508F7DC-CA28-4ACE-AF79-D7E98ED1B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AB20218-A500-457C-B65C-F3D198B1F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524" y="0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C1883-726F-791A-F357-8A3FC2FF8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8686796" cy="23342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Phần mềm tính thuế thu nhập cá nhân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69814-B0E0-21C2-EF4E-415A37449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3552826"/>
            <a:ext cx="8720710" cy="26536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Môn </a:t>
            </a:r>
            <a:r>
              <a:rPr lang="en-US" dirty="0" err="1">
                <a:solidFill>
                  <a:srgbClr val="FFFFFF"/>
                </a:solidFill>
              </a:rPr>
              <a:t>học</a:t>
            </a:r>
            <a:r>
              <a:rPr lang="en-US" dirty="0">
                <a:solidFill>
                  <a:srgbClr val="FFFFFF"/>
                </a:solidFill>
              </a:rPr>
              <a:t> : CNTT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FFFF"/>
                </a:solidFill>
              </a:rPr>
              <a:t>Nhóm</a:t>
            </a:r>
            <a:r>
              <a:rPr lang="en-US" dirty="0">
                <a:solidFill>
                  <a:srgbClr val="FFFFFF"/>
                </a:solidFill>
              </a:rPr>
              <a:t> : 10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FFFF"/>
                </a:solidFill>
              </a:rPr>
              <a:t>Giảng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viên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hướng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dẫn</a:t>
            </a:r>
            <a:r>
              <a:rPr lang="en-US" dirty="0">
                <a:solidFill>
                  <a:srgbClr val="FFFFFF"/>
                </a:solidFill>
              </a:rPr>
              <a:t> : Mai Thuý Nga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686800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62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D3D45-B236-076D-6606-057CD4B43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THÀNH VIÊN NHÓM VÀ PHÂN CÔNG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6C38F2-D668-F9E8-EBC6-8F218DF126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2394265"/>
              </p:ext>
            </p:extLst>
          </p:nvPr>
        </p:nvGraphicFramePr>
        <p:xfrm>
          <a:off x="4119154" y="1230477"/>
          <a:ext cx="7551933" cy="4850799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996109">
                  <a:extLst>
                    <a:ext uri="{9D8B030D-6E8A-4147-A177-3AD203B41FA5}">
                      <a16:colId xmlns:a16="http://schemas.microsoft.com/office/drawing/2014/main" val="2212214826"/>
                    </a:ext>
                  </a:extLst>
                </a:gridCol>
                <a:gridCol w="2796811">
                  <a:extLst>
                    <a:ext uri="{9D8B030D-6E8A-4147-A177-3AD203B41FA5}">
                      <a16:colId xmlns:a16="http://schemas.microsoft.com/office/drawing/2014/main" val="2898144275"/>
                    </a:ext>
                  </a:extLst>
                </a:gridCol>
                <a:gridCol w="2725457">
                  <a:extLst>
                    <a:ext uri="{9D8B030D-6E8A-4147-A177-3AD203B41FA5}">
                      <a16:colId xmlns:a16="http://schemas.microsoft.com/office/drawing/2014/main" val="1357683533"/>
                    </a:ext>
                  </a:extLst>
                </a:gridCol>
                <a:gridCol w="1033556">
                  <a:extLst>
                    <a:ext uri="{9D8B030D-6E8A-4147-A177-3AD203B41FA5}">
                      <a16:colId xmlns:a16="http://schemas.microsoft.com/office/drawing/2014/main" val="4052581722"/>
                    </a:ext>
                  </a:extLst>
                </a:gridCol>
              </a:tblGrid>
              <a:tr h="717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all" spc="60">
                          <a:solidFill>
                            <a:schemeClr val="tx1"/>
                          </a:solidFill>
                        </a:rPr>
                        <a:t>STT</a:t>
                      </a:r>
                    </a:p>
                  </a:txBody>
                  <a:tcPr marL="204819" marR="204819" marT="204819" marB="204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all" spc="60">
                          <a:solidFill>
                            <a:schemeClr val="tx1"/>
                          </a:solidFill>
                        </a:rPr>
                        <a:t>Họ tên</a:t>
                      </a:r>
                    </a:p>
                  </a:txBody>
                  <a:tcPr marL="204819" marR="204819" marT="204819" marB="204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all" spc="60">
                          <a:solidFill>
                            <a:schemeClr val="tx1"/>
                          </a:solidFill>
                        </a:rPr>
                        <a:t>Nhiệm vụ</a:t>
                      </a:r>
                    </a:p>
                  </a:txBody>
                  <a:tcPr marL="204819" marR="204819" marT="204819" marB="204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all" spc="60">
                          <a:solidFill>
                            <a:schemeClr val="tx1"/>
                          </a:solidFill>
                        </a:rPr>
                        <a:t>%</a:t>
                      </a:r>
                    </a:p>
                  </a:txBody>
                  <a:tcPr marL="204819" marR="204819" marT="204819" marB="204819" anchor="ctr"/>
                </a:tc>
                <a:extLst>
                  <a:ext uri="{0D108BD9-81ED-4DB2-BD59-A6C34878D82A}">
                    <a16:rowId xmlns:a16="http://schemas.microsoft.com/office/drawing/2014/main" val="1903469941"/>
                  </a:ext>
                </a:extLst>
              </a:tr>
              <a:tr h="97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36546" marR="136546" marT="68273" marB="1365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Phạm </a:t>
                      </a:r>
                      <a:r>
                        <a:rPr lang="en-US" sz="2400" cap="none" spc="0" err="1">
                          <a:solidFill>
                            <a:schemeClr val="tx1"/>
                          </a:solidFill>
                        </a:rPr>
                        <a:t>Thiệu</a:t>
                      </a: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 Khang</a:t>
                      </a:r>
                    </a:p>
                  </a:txBody>
                  <a:tcPr marL="136546" marR="136546" marT="68273" marB="1365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Phân tích yêu cầu</a:t>
                      </a:r>
                    </a:p>
                  </a:txBody>
                  <a:tcPr marL="136546" marR="136546" marT="68273" marB="1365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20%</a:t>
                      </a:r>
                    </a:p>
                  </a:txBody>
                  <a:tcPr marL="136546" marR="136546" marT="68273" marB="136546" anchor="ctr"/>
                </a:tc>
                <a:extLst>
                  <a:ext uri="{0D108BD9-81ED-4DB2-BD59-A6C34878D82A}">
                    <a16:rowId xmlns:a16="http://schemas.microsoft.com/office/drawing/2014/main" val="234841462"/>
                  </a:ext>
                </a:extLst>
              </a:tr>
              <a:tr h="97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136546" marR="136546" marT="68273" marB="1365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 err="1">
                          <a:solidFill>
                            <a:schemeClr val="tx1"/>
                          </a:solidFill>
                        </a:rPr>
                        <a:t>Trần</a:t>
                      </a: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 Đức Mạnh</a:t>
                      </a:r>
                    </a:p>
                  </a:txBody>
                  <a:tcPr marL="136546" marR="136546" marT="68273" marB="1365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Nghiệp vụ thuế TNCN</a:t>
                      </a:r>
                    </a:p>
                  </a:txBody>
                  <a:tcPr marL="136546" marR="136546" marT="68273" marB="1365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20%</a:t>
                      </a:r>
                    </a:p>
                  </a:txBody>
                  <a:tcPr marL="136546" marR="136546" marT="68273" marB="136546" anchor="ctr"/>
                </a:tc>
                <a:extLst>
                  <a:ext uri="{0D108BD9-81ED-4DB2-BD59-A6C34878D82A}">
                    <a16:rowId xmlns:a16="http://schemas.microsoft.com/office/drawing/2014/main" val="4152900022"/>
                  </a:ext>
                </a:extLst>
              </a:tr>
              <a:tr h="97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136546" marR="136546" marT="68273" marB="1365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Nguyễn Hữu Anh Tuấn</a:t>
                      </a:r>
                    </a:p>
                  </a:txBody>
                  <a:tcPr marL="136546" marR="136546" marT="68273" marB="1365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Thiết kế &amp; thuật toán</a:t>
                      </a:r>
                    </a:p>
                  </a:txBody>
                  <a:tcPr marL="136546" marR="136546" marT="68273" marB="1365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20%</a:t>
                      </a:r>
                    </a:p>
                  </a:txBody>
                  <a:tcPr marL="136546" marR="136546" marT="68273" marB="136546" anchor="ctr"/>
                </a:tc>
                <a:extLst>
                  <a:ext uri="{0D108BD9-81ED-4DB2-BD59-A6C34878D82A}">
                    <a16:rowId xmlns:a16="http://schemas.microsoft.com/office/drawing/2014/main" val="2547430950"/>
                  </a:ext>
                </a:extLst>
              </a:tr>
              <a:tr h="605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136546" marR="136546" marT="68273" marB="1365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 dirty="0" err="1">
                          <a:solidFill>
                            <a:schemeClr val="tx1"/>
                          </a:solidFill>
                        </a:rPr>
                        <a:t>Lục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 Đức Mạnh</a:t>
                      </a:r>
                    </a:p>
                  </a:txBody>
                  <a:tcPr marL="136546" marR="136546" marT="68273" marB="1365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Lập trình Python</a:t>
                      </a:r>
                    </a:p>
                  </a:txBody>
                  <a:tcPr marL="136546" marR="136546" marT="68273" marB="1365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25%</a:t>
                      </a:r>
                    </a:p>
                  </a:txBody>
                  <a:tcPr marL="136546" marR="136546" marT="68273" marB="136546" anchor="ctr"/>
                </a:tc>
                <a:extLst>
                  <a:ext uri="{0D108BD9-81ED-4DB2-BD59-A6C34878D82A}">
                    <a16:rowId xmlns:a16="http://schemas.microsoft.com/office/drawing/2014/main" val="3717201475"/>
                  </a:ext>
                </a:extLst>
              </a:tr>
              <a:tr h="605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136546" marR="136546" marT="68273" marB="1365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 err="1">
                          <a:solidFill>
                            <a:schemeClr val="tx1"/>
                          </a:solidFill>
                        </a:rPr>
                        <a:t>Trần</a:t>
                      </a: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 Minh Hiếu</a:t>
                      </a:r>
                    </a:p>
                  </a:txBody>
                  <a:tcPr marL="136546" marR="136546" marT="68273" marB="1365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Kiểm thử &amp; Slide</a:t>
                      </a:r>
                    </a:p>
                  </a:txBody>
                  <a:tcPr marL="136546" marR="136546" marT="68273" marB="1365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15%</a:t>
                      </a:r>
                    </a:p>
                  </a:txBody>
                  <a:tcPr marL="136546" marR="136546" marT="68273" marB="136546" anchor="ctr"/>
                </a:tc>
                <a:extLst>
                  <a:ext uri="{0D108BD9-81ED-4DB2-BD59-A6C34878D82A}">
                    <a16:rowId xmlns:a16="http://schemas.microsoft.com/office/drawing/2014/main" val="2633956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4090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04D82E-79C7-4C33-0E83-B8FF25BBC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err="1"/>
              <a:t>Mục</a:t>
            </a:r>
            <a:r>
              <a:rPr lang="en-US"/>
              <a:t> </a:t>
            </a:r>
            <a:r>
              <a:rPr lang="en-US" err="1"/>
              <a:t>lục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A14EC5C-59EE-8C2E-992A-A5ECD39BF7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8100326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5164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428842-F01F-390A-5419-79C3EADFC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/>
              <a:t>GIỚI THIỆU ĐỀ TÀI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9749FC6-A61B-D3AC-CCF8-8919EA57DB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7196158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0916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374DF5-5154-C173-A520-90CCF7752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US" sz="4000"/>
              <a:t>PHÂN TÍCH YÊU CẦU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068EBD-AD00-762D-FA91-21074174DA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106947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6324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74184-C84F-48C9-8386-66E616462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/>
              <a:t>NGHIỆP VỤ TÍNH THUẾ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E4B93C-DCD9-55F4-0B11-860C3F8D8A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8693675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5031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E0A5ED-2866-213A-B846-29068171E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686800" cy="1463040"/>
          </a:xfrm>
        </p:spPr>
        <p:txBody>
          <a:bodyPr>
            <a:normAutofit/>
          </a:bodyPr>
          <a:lstStyle/>
          <a:p>
            <a:r>
              <a:rPr lang="en-US"/>
              <a:t>BIỂU THUẾ LŨY TIẾN TỪNG PHẦN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A258135-4CFB-F849-73F0-DBBCAE63C1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1131495"/>
              </p:ext>
            </p:extLst>
          </p:nvPr>
        </p:nvGraphicFramePr>
        <p:xfrm>
          <a:off x="520700" y="2578100"/>
          <a:ext cx="868680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8068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52334C-5BAA-89D6-C5F7-105EA46B1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en-US"/>
              <a:t>CÁC CHỨC NĂNG CHÍNH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3B38F73-FA16-8F77-3720-D740A8DE73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979749"/>
              </p:ext>
            </p:extLst>
          </p:nvPr>
        </p:nvGraphicFramePr>
        <p:xfrm>
          <a:off x="5532120" y="978408"/>
          <a:ext cx="6144768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3383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EA2D2D-A481-71EB-2789-394D193B0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/>
              <a:t>THIẾT KẾ PHẦN MỀM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44BD2DD-DA06-4A1E-DC38-C57C47D566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8863323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5AC553BD-99DF-1395-9AD6-3C37DD6F9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715580"/>
            <a:ext cx="3496470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Ngôn ngữ: Python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Chạy trên môi trường Console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 dụng Dictionary và Function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Dễ bảo trì và mở rộng</a:t>
            </a:r>
          </a:p>
        </p:txBody>
      </p:sp>
    </p:spTree>
    <p:extLst>
      <p:ext uri="{BB962C8B-B14F-4D97-AF65-F5344CB8AC3E}">
        <p14:creationId xmlns:p14="http://schemas.microsoft.com/office/powerpoint/2010/main" val="2891825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A597F-80E5-C934-76F5-91FF217DB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US" sz="4000"/>
              <a:t>THUẬT TOÁN TÍNH THUẾ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5162AA-6CE5-C177-6A44-241AEBF862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5354835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8209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C736C-D46E-1E33-43C9-3A70D8789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vi-VN"/>
              <a:t>DEMO CHƯƠNG TRÌNH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A37CD71-0350-F956-7B0D-95730E0B42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7457027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8025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CD8C75-3664-8F53-1DF6-18493BC58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/>
              <a:t>KIỂM THỬ</a:t>
            </a:r>
            <a:br>
              <a:rPr lang="en-US"/>
            </a:b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1DC304-AB13-C8EE-FBBF-7E1D611CD7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9102726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6866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986B33-FDE9-F737-2259-BA8A49B3B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/>
              <a:t>KẾT LUẬN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DA3BE12-CC72-CEE1-7040-591F82D759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9359249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7321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BF0B8-88E9-7C80-3BB8-270D96027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HƯỚNG PHÁT TRIỂN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CA1F7E-8A4E-2B9B-3BF6-B6DD2B373BA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276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E428-053B-9CB8-F11B-5EAE70DD9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TÀI LIỆU THAM KHẢO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6DCE07-11B7-9982-6B64-6BAF1C1D8E0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531352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</Words>
  <Application>Microsoft Office PowerPoint</Application>
  <PresentationFormat>Widescreen</PresentationFormat>
  <Paragraphs>106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Bierstadt</vt:lpstr>
      <vt:lpstr>GestaltVTI</vt:lpstr>
      <vt:lpstr>Phần mềm tính thuế thu nhập cá nhân</vt:lpstr>
      <vt:lpstr>THÀNH VIÊN NHÓM VÀ PHÂN CÔNG</vt:lpstr>
      <vt:lpstr>Mục lục</vt:lpstr>
      <vt:lpstr>GIỚI THIỆU ĐỀ TÀI</vt:lpstr>
      <vt:lpstr>PHÂN TÍCH YÊU CẦU</vt:lpstr>
      <vt:lpstr>NGHIỆP VỤ TÍNH THUẾ</vt:lpstr>
      <vt:lpstr>BIỂU THUẾ LŨY TIẾN TỪNG PHẦN</vt:lpstr>
      <vt:lpstr>CÁC CHỨC NĂNG CHÍNH</vt:lpstr>
      <vt:lpstr>THIẾT KẾ PHẦN MỀM</vt:lpstr>
      <vt:lpstr>THUẬT TOÁN TÍNH THUẾ</vt:lpstr>
      <vt:lpstr>DEMO CHƯƠNG TRÌNH</vt:lpstr>
      <vt:lpstr>KIỂM THỬ </vt:lpstr>
      <vt:lpstr>KẾT LUẬN</vt:lpstr>
      <vt:lpstr>HƯỚNG PHÁT TRIỂN</vt:lpstr>
      <vt:lpstr>TÀI LIỆU THAM KHẢO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 Duc Manh</dc:creator>
  <cp:lastModifiedBy>luc manh</cp:lastModifiedBy>
  <cp:revision>1</cp:revision>
  <dcterms:created xsi:type="dcterms:W3CDTF">2025-12-15T13:56:51Z</dcterms:created>
  <dcterms:modified xsi:type="dcterms:W3CDTF">2025-12-15T14:34:40Z</dcterms:modified>
</cp:coreProperties>
</file>